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3"/>
  </p:notesMasterIdLst>
  <p:sldIdLst>
    <p:sldId id="456" r:id="rId5"/>
    <p:sldId id="495" r:id="rId6"/>
    <p:sldId id="493" r:id="rId7"/>
    <p:sldId id="484" r:id="rId8"/>
    <p:sldId id="494" r:id="rId9"/>
    <p:sldId id="496" r:id="rId10"/>
    <p:sldId id="499" r:id="rId11"/>
    <p:sldId id="515" r:id="rId12"/>
    <p:sldId id="497" r:id="rId13"/>
    <p:sldId id="498" r:id="rId14"/>
    <p:sldId id="514" r:id="rId15"/>
    <p:sldId id="500" r:id="rId16"/>
    <p:sldId id="501" r:id="rId17"/>
    <p:sldId id="502" r:id="rId18"/>
    <p:sldId id="503" r:id="rId19"/>
    <p:sldId id="504" r:id="rId20"/>
    <p:sldId id="505" r:id="rId21"/>
    <p:sldId id="506" r:id="rId22"/>
    <p:sldId id="474" r:id="rId23"/>
    <p:sldId id="473" r:id="rId24"/>
    <p:sldId id="476" r:id="rId25"/>
    <p:sldId id="516" r:id="rId26"/>
    <p:sldId id="507" r:id="rId27"/>
    <p:sldId id="508" r:id="rId28"/>
    <p:sldId id="509" r:id="rId29"/>
    <p:sldId id="511" r:id="rId30"/>
    <p:sldId id="512" r:id="rId31"/>
    <p:sldId id="277" r:id="rId32"/>
  </p:sldIdLst>
  <p:sldSz cx="12192000" cy="6858000"/>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E6A006-9D71-0030-07D5-29D58192690E}" name="Jess Lee" initials="JL" userId="S::jess@capitaloutcomes.co::c7037801-8a2d-46cc-8eff-406ea0b9aa7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A99D"/>
    <a:srgbClr val="000000"/>
    <a:srgbClr val="93F205"/>
    <a:srgbClr val="4EF446"/>
    <a:srgbClr val="E1D527"/>
    <a:srgbClr val="669E91"/>
    <a:srgbClr val="3D55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586360-9EF4-47B9-B20B-B7B861BF9433}" v="122" dt="2025-10-02T03:40:05.6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Toohey" userId="3a946232-611f-47c2-9a7a-eca6d3790c4d" providerId="ADAL" clId="{DAB66D79-9F19-4F36-8397-131004650226}"/>
    <pc:docChg chg="undo custSel addSld delSld modSld sldOrd">
      <pc:chgData name="Kevin Toohey" userId="3a946232-611f-47c2-9a7a-eca6d3790c4d" providerId="ADAL" clId="{DAB66D79-9F19-4F36-8397-131004650226}" dt="2025-06-24T15:15:57.741" v="455"/>
      <pc:docMkLst>
        <pc:docMk/>
      </pc:docMkLst>
      <pc:sldChg chg="addSp modSp mod ord">
        <pc:chgData name="Kevin Toohey" userId="3a946232-611f-47c2-9a7a-eca6d3790c4d" providerId="ADAL" clId="{DAB66D79-9F19-4F36-8397-131004650226}" dt="2025-06-24T15:15:57.741" v="455"/>
        <pc:sldMkLst>
          <pc:docMk/>
          <pc:sldMk cId="2589022585" sldId="419"/>
        </pc:sldMkLst>
      </pc:sldChg>
      <pc:sldChg chg="modSp mod">
        <pc:chgData name="Kevin Toohey" userId="3a946232-611f-47c2-9a7a-eca6d3790c4d" providerId="ADAL" clId="{DAB66D79-9F19-4F36-8397-131004650226}" dt="2025-06-24T14:53:46.595" v="306" actId="20577"/>
        <pc:sldMkLst>
          <pc:docMk/>
          <pc:sldMk cId="2659344190" sldId="436"/>
        </pc:sldMkLst>
      </pc:sldChg>
      <pc:sldChg chg="modSp mod">
        <pc:chgData name="Kevin Toohey" userId="3a946232-611f-47c2-9a7a-eca6d3790c4d" providerId="ADAL" clId="{DAB66D79-9F19-4F36-8397-131004650226}" dt="2025-06-24T14:54:05.204" v="321" actId="20577"/>
        <pc:sldMkLst>
          <pc:docMk/>
          <pc:sldMk cId="156003332" sldId="437"/>
        </pc:sldMkLst>
      </pc:sldChg>
      <pc:sldChg chg="ord">
        <pc:chgData name="Kevin Toohey" userId="3a946232-611f-47c2-9a7a-eca6d3790c4d" providerId="ADAL" clId="{DAB66D79-9F19-4F36-8397-131004650226}" dt="2025-06-24T14:55:38.215" v="349"/>
        <pc:sldMkLst>
          <pc:docMk/>
          <pc:sldMk cId="3835501565" sldId="452"/>
        </pc:sldMkLst>
      </pc:sldChg>
      <pc:sldChg chg="modSp mod ord">
        <pc:chgData name="Kevin Toohey" userId="3a946232-611f-47c2-9a7a-eca6d3790c4d" providerId="ADAL" clId="{DAB66D79-9F19-4F36-8397-131004650226}" dt="2025-06-24T14:55:55.311" v="361" actId="14100"/>
        <pc:sldMkLst>
          <pc:docMk/>
          <pc:sldMk cId="3831754574" sldId="461"/>
        </pc:sldMkLst>
      </pc:sldChg>
      <pc:sldChg chg="modSp del mod">
        <pc:chgData name="Kevin Toohey" userId="3a946232-611f-47c2-9a7a-eca6d3790c4d" providerId="ADAL" clId="{DAB66D79-9F19-4F36-8397-131004650226}" dt="2025-06-24T14:34:47.138" v="72" actId="47"/>
        <pc:sldMkLst>
          <pc:docMk/>
          <pc:sldMk cId="1840573213" sldId="479"/>
        </pc:sldMkLst>
      </pc:sldChg>
      <pc:sldChg chg="addSp modSp mod ord">
        <pc:chgData name="Kevin Toohey" userId="3a946232-611f-47c2-9a7a-eca6d3790c4d" providerId="ADAL" clId="{DAB66D79-9F19-4F36-8397-131004650226}" dt="2025-06-24T14:47:51.421" v="119" actId="1076"/>
        <pc:sldMkLst>
          <pc:docMk/>
          <pc:sldMk cId="4255454915" sldId="480"/>
        </pc:sldMkLst>
      </pc:sldChg>
      <pc:sldChg chg="addSp modSp mod">
        <pc:chgData name="Kevin Toohey" userId="3a946232-611f-47c2-9a7a-eca6d3790c4d" providerId="ADAL" clId="{DAB66D79-9F19-4F36-8397-131004650226}" dt="2025-06-24T14:32:27.354" v="50" actId="1076"/>
        <pc:sldMkLst>
          <pc:docMk/>
          <pc:sldMk cId="4276480966" sldId="482"/>
        </pc:sldMkLst>
      </pc:sldChg>
      <pc:sldChg chg="addSp modSp mod ord">
        <pc:chgData name="Kevin Toohey" userId="3a946232-611f-47c2-9a7a-eca6d3790c4d" providerId="ADAL" clId="{DAB66D79-9F19-4F36-8397-131004650226}" dt="2025-06-24T14:35:50.263" v="95" actId="1076"/>
        <pc:sldMkLst>
          <pc:docMk/>
          <pc:sldMk cId="2797404327" sldId="487"/>
        </pc:sldMkLst>
      </pc:sldChg>
      <pc:sldChg chg="ord">
        <pc:chgData name="Kevin Toohey" userId="3a946232-611f-47c2-9a7a-eca6d3790c4d" providerId="ADAL" clId="{DAB66D79-9F19-4F36-8397-131004650226}" dt="2025-06-24T14:48:15.194" v="121"/>
        <pc:sldMkLst>
          <pc:docMk/>
          <pc:sldMk cId="2939386324" sldId="490"/>
        </pc:sldMkLst>
      </pc:sldChg>
      <pc:sldChg chg="modSp mod">
        <pc:chgData name="Kevin Toohey" userId="3a946232-611f-47c2-9a7a-eca6d3790c4d" providerId="ADAL" clId="{DAB66D79-9F19-4F36-8397-131004650226}" dt="2025-06-24T14:53:21.426" v="291" actId="15"/>
        <pc:sldMkLst>
          <pc:docMk/>
          <pc:sldMk cId="3967359414" sldId="491"/>
        </pc:sldMkLst>
      </pc:sldChg>
      <pc:sldChg chg="addSp delSp modSp add mod">
        <pc:chgData name="Kevin Toohey" userId="3a946232-611f-47c2-9a7a-eca6d3790c4d" providerId="ADAL" clId="{DAB66D79-9F19-4F36-8397-131004650226}" dt="2025-06-24T15:06:39.854" v="447" actId="14100"/>
        <pc:sldMkLst>
          <pc:docMk/>
          <pc:sldMk cId="1814085853" sldId="492"/>
        </pc:sldMkLst>
      </pc:sldChg>
    </pc:docChg>
  </pc:docChgLst>
  <pc:docChgLst>
    <pc:chgData name="Mishan Dahia" userId="a4d748d2-06e5-40f7-8ebb-26e9db09b26f" providerId="ADAL" clId="{646EC6E7-D7A9-4620-9BD8-79261B99004C}"/>
    <pc:docChg chg="undo redo custSel addSld delSld modSld sldOrd">
      <pc:chgData name="Mishan Dahia" userId="a4d748d2-06e5-40f7-8ebb-26e9db09b26f" providerId="ADAL" clId="{646EC6E7-D7A9-4620-9BD8-79261B99004C}" dt="2025-10-02T03:58:10.199" v="16131" actId="20577"/>
      <pc:docMkLst>
        <pc:docMk/>
      </pc:docMkLst>
      <pc:sldChg chg="del">
        <pc:chgData name="Mishan Dahia" userId="a4d748d2-06e5-40f7-8ebb-26e9db09b26f" providerId="ADAL" clId="{646EC6E7-D7A9-4620-9BD8-79261B99004C}" dt="2025-10-01T04:21:22.961" v="11386" actId="47"/>
        <pc:sldMkLst>
          <pc:docMk/>
          <pc:sldMk cId="1901861260" sldId="280"/>
        </pc:sldMkLst>
      </pc:sldChg>
      <pc:sldChg chg="del">
        <pc:chgData name="Mishan Dahia" userId="a4d748d2-06e5-40f7-8ebb-26e9db09b26f" providerId="ADAL" clId="{646EC6E7-D7A9-4620-9BD8-79261B99004C}" dt="2025-10-01T04:21:22.961" v="11386" actId="47"/>
        <pc:sldMkLst>
          <pc:docMk/>
          <pc:sldMk cId="729833127" sldId="281"/>
        </pc:sldMkLst>
      </pc:sldChg>
      <pc:sldChg chg="del">
        <pc:chgData name="Mishan Dahia" userId="a4d748d2-06e5-40f7-8ebb-26e9db09b26f" providerId="ADAL" clId="{646EC6E7-D7A9-4620-9BD8-79261B99004C}" dt="2025-10-01T04:21:22.961" v="11386" actId="47"/>
        <pc:sldMkLst>
          <pc:docMk/>
          <pc:sldMk cId="2589022585" sldId="419"/>
        </pc:sldMkLst>
      </pc:sldChg>
      <pc:sldChg chg="add del">
        <pc:chgData name="Mishan Dahia" userId="a4d748d2-06e5-40f7-8ebb-26e9db09b26f" providerId="ADAL" clId="{646EC6E7-D7A9-4620-9BD8-79261B99004C}" dt="2025-10-01T04:21:22.961" v="11386" actId="47"/>
        <pc:sldMkLst>
          <pc:docMk/>
          <pc:sldMk cId="3650580818" sldId="429"/>
        </pc:sldMkLst>
      </pc:sldChg>
      <pc:sldChg chg="add del">
        <pc:chgData name="Mishan Dahia" userId="a4d748d2-06e5-40f7-8ebb-26e9db09b26f" providerId="ADAL" clId="{646EC6E7-D7A9-4620-9BD8-79261B99004C}" dt="2025-10-01T04:21:22.961" v="11386" actId="47"/>
        <pc:sldMkLst>
          <pc:docMk/>
          <pc:sldMk cId="2066964420" sldId="430"/>
        </pc:sldMkLst>
      </pc:sldChg>
      <pc:sldChg chg="add del">
        <pc:chgData name="Mishan Dahia" userId="a4d748d2-06e5-40f7-8ebb-26e9db09b26f" providerId="ADAL" clId="{646EC6E7-D7A9-4620-9BD8-79261B99004C}" dt="2025-10-01T04:21:22.961" v="11386" actId="47"/>
        <pc:sldMkLst>
          <pc:docMk/>
          <pc:sldMk cId="492076568" sldId="431"/>
        </pc:sldMkLst>
      </pc:sldChg>
      <pc:sldChg chg="add del">
        <pc:chgData name="Mishan Dahia" userId="a4d748d2-06e5-40f7-8ebb-26e9db09b26f" providerId="ADAL" clId="{646EC6E7-D7A9-4620-9BD8-79261B99004C}" dt="2025-10-01T04:22:58.165" v="11419" actId="47"/>
        <pc:sldMkLst>
          <pc:docMk/>
          <pc:sldMk cId="1034574515" sldId="436"/>
        </pc:sldMkLst>
      </pc:sldChg>
      <pc:sldChg chg="del">
        <pc:chgData name="Mishan Dahia" userId="a4d748d2-06e5-40f7-8ebb-26e9db09b26f" providerId="ADAL" clId="{646EC6E7-D7A9-4620-9BD8-79261B99004C}" dt="2025-09-30T06:49:51.158" v="10358" actId="2696"/>
        <pc:sldMkLst>
          <pc:docMk/>
          <pc:sldMk cId="2659344190" sldId="436"/>
        </pc:sldMkLst>
      </pc:sldChg>
      <pc:sldChg chg="del">
        <pc:chgData name="Mishan Dahia" userId="a4d748d2-06e5-40f7-8ebb-26e9db09b26f" providerId="ADAL" clId="{646EC6E7-D7A9-4620-9BD8-79261B99004C}" dt="2025-09-30T06:49:51.158" v="10358" actId="2696"/>
        <pc:sldMkLst>
          <pc:docMk/>
          <pc:sldMk cId="156003332" sldId="437"/>
        </pc:sldMkLst>
      </pc:sldChg>
      <pc:sldChg chg="modSp add del mod">
        <pc:chgData name="Mishan Dahia" userId="a4d748d2-06e5-40f7-8ebb-26e9db09b26f" providerId="ADAL" clId="{646EC6E7-D7A9-4620-9BD8-79261B99004C}" dt="2025-10-01T04:22:59.698" v="11420" actId="47"/>
        <pc:sldMkLst>
          <pc:docMk/>
          <pc:sldMk cId="4034870107" sldId="437"/>
        </pc:sldMkLst>
      </pc:sldChg>
      <pc:sldChg chg="addSp delSp modSp mod">
        <pc:chgData name="Mishan Dahia" userId="a4d748d2-06e5-40f7-8ebb-26e9db09b26f" providerId="ADAL" clId="{646EC6E7-D7A9-4620-9BD8-79261B99004C}" dt="2025-10-02T02:07:13.616" v="16014" actId="2711"/>
        <pc:sldMkLst>
          <pc:docMk/>
          <pc:sldMk cId="497875752" sldId="456"/>
        </pc:sldMkLst>
        <pc:spChg chg="mod">
          <ac:chgData name="Mishan Dahia" userId="a4d748d2-06e5-40f7-8ebb-26e9db09b26f" providerId="ADAL" clId="{646EC6E7-D7A9-4620-9BD8-79261B99004C}" dt="2025-10-01T04:14:24.808" v="11221" actId="20577"/>
          <ac:spMkLst>
            <pc:docMk/>
            <pc:sldMk cId="497875752" sldId="456"/>
            <ac:spMk id="2" creationId="{82212069-7972-F712-71BF-8D4264C21C45}"/>
          </ac:spMkLst>
        </pc:spChg>
        <pc:spChg chg="add del mod">
          <ac:chgData name="Mishan Dahia" userId="a4d748d2-06e5-40f7-8ebb-26e9db09b26f" providerId="ADAL" clId="{646EC6E7-D7A9-4620-9BD8-79261B99004C}" dt="2025-10-02T02:06:04.962" v="16007" actId="20577"/>
          <ac:spMkLst>
            <pc:docMk/>
            <pc:sldMk cId="497875752" sldId="456"/>
            <ac:spMk id="5" creationId="{9B92965C-4777-3741-AA7B-6F6D4240BB7A}"/>
          </ac:spMkLst>
        </pc:spChg>
        <pc:spChg chg="add mod">
          <ac:chgData name="Mishan Dahia" userId="a4d748d2-06e5-40f7-8ebb-26e9db09b26f" providerId="ADAL" clId="{646EC6E7-D7A9-4620-9BD8-79261B99004C}" dt="2025-10-02T02:07:13.616" v="16014" actId="2711"/>
          <ac:spMkLst>
            <pc:docMk/>
            <pc:sldMk cId="497875752" sldId="456"/>
            <ac:spMk id="7" creationId="{E5878048-5600-EDA5-C00B-9E7C3EFA8925}"/>
          </ac:spMkLst>
        </pc:spChg>
      </pc:sldChg>
      <pc:sldChg chg="add del">
        <pc:chgData name="Mishan Dahia" userId="a4d748d2-06e5-40f7-8ebb-26e9db09b26f" providerId="ADAL" clId="{646EC6E7-D7A9-4620-9BD8-79261B99004C}" dt="2025-10-01T04:21:22.961" v="11386" actId="47"/>
        <pc:sldMkLst>
          <pc:docMk/>
          <pc:sldMk cId="3827918947" sldId="460"/>
        </pc:sldMkLst>
      </pc:sldChg>
      <pc:sldChg chg="del">
        <pc:chgData name="Mishan Dahia" userId="a4d748d2-06e5-40f7-8ebb-26e9db09b26f" providerId="ADAL" clId="{646EC6E7-D7A9-4620-9BD8-79261B99004C}" dt="2025-10-01T04:21:22.961" v="11386" actId="47"/>
        <pc:sldMkLst>
          <pc:docMk/>
          <pc:sldMk cId="3831754574" sldId="461"/>
        </pc:sldMkLst>
      </pc:sldChg>
      <pc:sldChg chg="del">
        <pc:chgData name="Mishan Dahia" userId="a4d748d2-06e5-40f7-8ebb-26e9db09b26f" providerId="ADAL" clId="{646EC6E7-D7A9-4620-9BD8-79261B99004C}" dt="2025-10-01T04:21:22.961" v="11386" actId="47"/>
        <pc:sldMkLst>
          <pc:docMk/>
          <pc:sldMk cId="3736273658" sldId="463"/>
        </pc:sldMkLst>
      </pc:sldChg>
      <pc:sldChg chg="add del">
        <pc:chgData name="Mishan Dahia" userId="a4d748d2-06e5-40f7-8ebb-26e9db09b26f" providerId="ADAL" clId="{646EC6E7-D7A9-4620-9BD8-79261B99004C}" dt="2025-10-02T00:47:17.030" v="13909"/>
        <pc:sldMkLst>
          <pc:docMk/>
          <pc:sldMk cId="620832882" sldId="473"/>
        </pc:sldMkLst>
      </pc:sldChg>
      <pc:sldChg chg="modSp add del mod">
        <pc:chgData name="Mishan Dahia" userId="a4d748d2-06e5-40f7-8ebb-26e9db09b26f" providerId="ADAL" clId="{646EC6E7-D7A9-4620-9BD8-79261B99004C}" dt="2025-10-02T00:47:44.133" v="13960" actId="1036"/>
        <pc:sldMkLst>
          <pc:docMk/>
          <pc:sldMk cId="992406190" sldId="474"/>
        </pc:sldMkLst>
        <pc:spChg chg="mod">
          <ac:chgData name="Mishan Dahia" userId="a4d748d2-06e5-40f7-8ebb-26e9db09b26f" providerId="ADAL" clId="{646EC6E7-D7A9-4620-9BD8-79261B99004C}" dt="2025-10-02T00:47:44.133" v="13960" actId="1036"/>
          <ac:spMkLst>
            <pc:docMk/>
            <pc:sldMk cId="992406190" sldId="474"/>
            <ac:spMk id="15" creationId="{1AA34ED2-E57E-A07A-0E76-741278DEE435}"/>
          </ac:spMkLst>
        </pc:spChg>
      </pc:sldChg>
      <pc:sldChg chg="addSp delSp modSp add del mod">
        <pc:chgData name="Mishan Dahia" userId="a4d748d2-06e5-40f7-8ebb-26e9db09b26f" providerId="ADAL" clId="{646EC6E7-D7A9-4620-9BD8-79261B99004C}" dt="2025-10-02T00:53:08.569" v="14000" actId="1076"/>
        <pc:sldMkLst>
          <pc:docMk/>
          <pc:sldMk cId="2738748228" sldId="476"/>
        </pc:sldMkLst>
        <pc:picChg chg="mod">
          <ac:chgData name="Mishan Dahia" userId="a4d748d2-06e5-40f7-8ebb-26e9db09b26f" providerId="ADAL" clId="{646EC6E7-D7A9-4620-9BD8-79261B99004C}" dt="2025-10-02T00:53:08.569" v="14000" actId="1076"/>
          <ac:picMkLst>
            <pc:docMk/>
            <pc:sldMk cId="2738748228" sldId="476"/>
            <ac:picMk id="3" creationId="{A9B9215E-51D5-B156-6EDF-A8E4C5A50B30}"/>
          </ac:picMkLst>
        </pc:picChg>
        <pc:picChg chg="add del mod">
          <ac:chgData name="Mishan Dahia" userId="a4d748d2-06e5-40f7-8ebb-26e9db09b26f" providerId="ADAL" clId="{646EC6E7-D7A9-4620-9BD8-79261B99004C}" dt="2025-10-02T00:53:04.370" v="13999" actId="21"/>
          <ac:picMkLst>
            <pc:docMk/>
            <pc:sldMk cId="2738748228" sldId="476"/>
            <ac:picMk id="5" creationId="{2E5D50D5-07B1-FBC6-0A61-D3A9862CD1CC}"/>
          </ac:picMkLst>
        </pc:picChg>
      </pc:sldChg>
      <pc:sldChg chg="del">
        <pc:chgData name="Mishan Dahia" userId="a4d748d2-06e5-40f7-8ebb-26e9db09b26f" providerId="ADAL" clId="{646EC6E7-D7A9-4620-9BD8-79261B99004C}" dt="2025-10-01T04:21:22.961" v="11386" actId="47"/>
        <pc:sldMkLst>
          <pc:docMk/>
          <pc:sldMk cId="4255454915" sldId="480"/>
        </pc:sldMkLst>
      </pc:sldChg>
      <pc:sldChg chg="del">
        <pc:chgData name="Mishan Dahia" userId="a4d748d2-06e5-40f7-8ebb-26e9db09b26f" providerId="ADAL" clId="{646EC6E7-D7A9-4620-9BD8-79261B99004C}" dt="2025-10-01T04:21:22.961" v="11386" actId="47"/>
        <pc:sldMkLst>
          <pc:docMk/>
          <pc:sldMk cId="4276480966" sldId="482"/>
        </pc:sldMkLst>
      </pc:sldChg>
      <pc:sldChg chg="modSp mod">
        <pc:chgData name="Mishan Dahia" userId="a4d748d2-06e5-40f7-8ebb-26e9db09b26f" providerId="ADAL" clId="{646EC6E7-D7A9-4620-9BD8-79261B99004C}" dt="2025-09-30T00:26:16.486" v="302" actId="20577"/>
        <pc:sldMkLst>
          <pc:docMk/>
          <pc:sldMk cId="3062647635" sldId="484"/>
        </pc:sldMkLst>
        <pc:spChg chg="mod">
          <ac:chgData name="Mishan Dahia" userId="a4d748d2-06e5-40f7-8ebb-26e9db09b26f" providerId="ADAL" clId="{646EC6E7-D7A9-4620-9BD8-79261B99004C}" dt="2025-09-30T00:26:16.486" v="302" actId="20577"/>
          <ac:spMkLst>
            <pc:docMk/>
            <pc:sldMk cId="3062647635" sldId="484"/>
            <ac:spMk id="12" creationId="{1ED84D1C-690B-E070-41A9-0224C9287588}"/>
          </ac:spMkLst>
        </pc:spChg>
      </pc:sldChg>
      <pc:sldChg chg="del">
        <pc:chgData name="Mishan Dahia" userId="a4d748d2-06e5-40f7-8ebb-26e9db09b26f" providerId="ADAL" clId="{646EC6E7-D7A9-4620-9BD8-79261B99004C}" dt="2025-10-01T04:21:22.961" v="11386" actId="47"/>
        <pc:sldMkLst>
          <pc:docMk/>
          <pc:sldMk cId="2797404327" sldId="487"/>
        </pc:sldMkLst>
      </pc:sldChg>
      <pc:sldChg chg="del">
        <pc:chgData name="Mishan Dahia" userId="a4d748d2-06e5-40f7-8ebb-26e9db09b26f" providerId="ADAL" clId="{646EC6E7-D7A9-4620-9BD8-79261B99004C}" dt="2025-10-01T04:21:22.961" v="11386" actId="47"/>
        <pc:sldMkLst>
          <pc:docMk/>
          <pc:sldMk cId="284230364" sldId="488"/>
        </pc:sldMkLst>
      </pc:sldChg>
      <pc:sldChg chg="del">
        <pc:chgData name="Mishan Dahia" userId="a4d748d2-06e5-40f7-8ebb-26e9db09b26f" providerId="ADAL" clId="{646EC6E7-D7A9-4620-9BD8-79261B99004C}" dt="2025-10-01T04:21:22.961" v="11386" actId="47"/>
        <pc:sldMkLst>
          <pc:docMk/>
          <pc:sldMk cId="3967359414" sldId="491"/>
        </pc:sldMkLst>
      </pc:sldChg>
      <pc:sldChg chg="addSp delSp modSp mod">
        <pc:chgData name="Mishan Dahia" userId="a4d748d2-06e5-40f7-8ebb-26e9db09b26f" providerId="ADAL" clId="{646EC6E7-D7A9-4620-9BD8-79261B99004C}" dt="2025-10-02T01:40:31.528" v="15770" actId="6549"/>
        <pc:sldMkLst>
          <pc:docMk/>
          <pc:sldMk cId="2090399728" sldId="493"/>
        </pc:sldMkLst>
        <pc:spChg chg="mod">
          <ac:chgData name="Mishan Dahia" userId="a4d748d2-06e5-40f7-8ebb-26e9db09b26f" providerId="ADAL" clId="{646EC6E7-D7A9-4620-9BD8-79261B99004C}" dt="2025-10-02T01:40:31.528" v="15770" actId="6549"/>
          <ac:spMkLst>
            <pc:docMk/>
            <pc:sldMk cId="2090399728" sldId="493"/>
            <ac:spMk id="3" creationId="{60EB95DE-1014-8B3D-AD24-C04A4DB890CB}"/>
          </ac:spMkLst>
        </pc:spChg>
      </pc:sldChg>
      <pc:sldChg chg="modSp mod">
        <pc:chgData name="Mishan Dahia" userId="a4d748d2-06e5-40f7-8ebb-26e9db09b26f" providerId="ADAL" clId="{646EC6E7-D7A9-4620-9BD8-79261B99004C}" dt="2025-10-02T02:51:45.554" v="16015" actId="6549"/>
        <pc:sldMkLst>
          <pc:docMk/>
          <pc:sldMk cId="3688673682" sldId="494"/>
        </pc:sldMkLst>
        <pc:spChg chg="mod">
          <ac:chgData name="Mishan Dahia" userId="a4d748d2-06e5-40f7-8ebb-26e9db09b26f" providerId="ADAL" clId="{646EC6E7-D7A9-4620-9BD8-79261B99004C}" dt="2025-09-30T00:38:29.316" v="990" actId="1076"/>
          <ac:spMkLst>
            <pc:docMk/>
            <pc:sldMk cId="3688673682" sldId="494"/>
            <ac:spMk id="2" creationId="{A9215491-5125-6F12-0750-11BF40D98368}"/>
          </ac:spMkLst>
        </pc:spChg>
        <pc:spChg chg="mod">
          <ac:chgData name="Mishan Dahia" userId="a4d748d2-06e5-40f7-8ebb-26e9db09b26f" providerId="ADAL" clId="{646EC6E7-D7A9-4620-9BD8-79261B99004C}" dt="2025-10-02T02:51:45.554" v="16015" actId="6549"/>
          <ac:spMkLst>
            <pc:docMk/>
            <pc:sldMk cId="3688673682" sldId="494"/>
            <ac:spMk id="3" creationId="{A893BB4B-3194-57EC-7CBC-983F17D7B71B}"/>
          </ac:spMkLst>
        </pc:spChg>
      </pc:sldChg>
      <pc:sldChg chg="modSp add mod">
        <pc:chgData name="Mishan Dahia" userId="a4d748d2-06e5-40f7-8ebb-26e9db09b26f" providerId="ADAL" clId="{646EC6E7-D7A9-4620-9BD8-79261B99004C}" dt="2025-09-30T03:52:43.656" v="3231" actId="20577"/>
        <pc:sldMkLst>
          <pc:docMk/>
          <pc:sldMk cId="3247120748" sldId="495"/>
        </pc:sldMkLst>
        <pc:spChg chg="mod">
          <ac:chgData name="Mishan Dahia" userId="a4d748d2-06e5-40f7-8ebb-26e9db09b26f" providerId="ADAL" clId="{646EC6E7-D7A9-4620-9BD8-79261B99004C}" dt="2025-09-30T03:52:43.656" v="3231" actId="20577"/>
          <ac:spMkLst>
            <pc:docMk/>
            <pc:sldMk cId="3247120748" sldId="495"/>
            <ac:spMk id="3" creationId="{A558532A-EE75-89FE-3A70-047EAC43A2AE}"/>
          </ac:spMkLst>
        </pc:spChg>
      </pc:sldChg>
      <pc:sldChg chg="modSp add mod">
        <pc:chgData name="Mishan Dahia" userId="a4d748d2-06e5-40f7-8ebb-26e9db09b26f" providerId="ADAL" clId="{646EC6E7-D7A9-4620-9BD8-79261B99004C}" dt="2025-09-30T03:52:39.745" v="3228" actId="20577"/>
        <pc:sldMkLst>
          <pc:docMk/>
          <pc:sldMk cId="2539431686" sldId="496"/>
        </pc:sldMkLst>
        <pc:spChg chg="mod">
          <ac:chgData name="Mishan Dahia" userId="a4d748d2-06e5-40f7-8ebb-26e9db09b26f" providerId="ADAL" clId="{646EC6E7-D7A9-4620-9BD8-79261B99004C}" dt="2025-09-30T03:52:39.745" v="3228" actId="20577"/>
          <ac:spMkLst>
            <pc:docMk/>
            <pc:sldMk cId="2539431686" sldId="496"/>
            <ac:spMk id="3" creationId="{A35AE7D8-A913-7B81-ED44-EE3C37D31353}"/>
          </ac:spMkLst>
        </pc:spChg>
      </pc:sldChg>
      <pc:sldChg chg="addSp modSp add mod">
        <pc:chgData name="Mishan Dahia" userId="a4d748d2-06e5-40f7-8ebb-26e9db09b26f" providerId="ADAL" clId="{646EC6E7-D7A9-4620-9BD8-79261B99004C}" dt="2025-09-30T03:38:18.973" v="2784" actId="20577"/>
        <pc:sldMkLst>
          <pc:docMk/>
          <pc:sldMk cId="1817928838" sldId="497"/>
        </pc:sldMkLst>
        <pc:spChg chg="mod">
          <ac:chgData name="Mishan Dahia" userId="a4d748d2-06e5-40f7-8ebb-26e9db09b26f" providerId="ADAL" clId="{646EC6E7-D7A9-4620-9BD8-79261B99004C}" dt="2025-09-30T03:38:18.973" v="2784" actId="20577"/>
          <ac:spMkLst>
            <pc:docMk/>
            <pc:sldMk cId="1817928838" sldId="497"/>
            <ac:spMk id="2" creationId="{27582904-A6AD-23AE-4220-18854E907990}"/>
          </ac:spMkLst>
        </pc:spChg>
        <pc:spChg chg="mod">
          <ac:chgData name="Mishan Dahia" userId="a4d748d2-06e5-40f7-8ebb-26e9db09b26f" providerId="ADAL" clId="{646EC6E7-D7A9-4620-9BD8-79261B99004C}" dt="2025-09-30T02:34:43.212" v="2260" actId="20577"/>
          <ac:spMkLst>
            <pc:docMk/>
            <pc:sldMk cId="1817928838" sldId="497"/>
            <ac:spMk id="3" creationId="{56A74CAD-AADA-A686-24FA-AAAAAC6FEB37}"/>
          </ac:spMkLst>
        </pc:spChg>
        <pc:spChg chg="add mod">
          <ac:chgData name="Mishan Dahia" userId="a4d748d2-06e5-40f7-8ebb-26e9db09b26f" providerId="ADAL" clId="{646EC6E7-D7A9-4620-9BD8-79261B99004C}" dt="2025-09-30T02:16:14.905" v="2147" actId="1036"/>
          <ac:spMkLst>
            <pc:docMk/>
            <pc:sldMk cId="1817928838" sldId="497"/>
            <ac:spMk id="9" creationId="{382CA3BD-B842-2C7D-1A11-1D5093529F14}"/>
          </ac:spMkLst>
        </pc:spChg>
        <pc:picChg chg="add mod">
          <ac:chgData name="Mishan Dahia" userId="a4d748d2-06e5-40f7-8ebb-26e9db09b26f" providerId="ADAL" clId="{646EC6E7-D7A9-4620-9BD8-79261B99004C}" dt="2025-09-30T02:16:19.043" v="2156" actId="1036"/>
          <ac:picMkLst>
            <pc:docMk/>
            <pc:sldMk cId="1817928838" sldId="497"/>
            <ac:picMk id="6" creationId="{F9002F60-770B-E198-673E-5CA6BF49BC4F}"/>
          </ac:picMkLst>
        </pc:picChg>
        <pc:picChg chg="add mod">
          <ac:chgData name="Mishan Dahia" userId="a4d748d2-06e5-40f7-8ebb-26e9db09b26f" providerId="ADAL" clId="{646EC6E7-D7A9-4620-9BD8-79261B99004C}" dt="2025-09-30T02:16:14.905" v="2147" actId="1036"/>
          <ac:picMkLst>
            <pc:docMk/>
            <pc:sldMk cId="1817928838" sldId="497"/>
            <ac:picMk id="8" creationId="{01CFD2D0-F1AE-5F6B-71A2-6751C39F0DEF}"/>
          </ac:picMkLst>
        </pc:picChg>
      </pc:sldChg>
      <pc:sldChg chg="addSp delSp modSp add mod">
        <pc:chgData name="Mishan Dahia" userId="a4d748d2-06e5-40f7-8ebb-26e9db09b26f" providerId="ADAL" clId="{646EC6E7-D7A9-4620-9BD8-79261B99004C}" dt="2025-09-30T03:43:04.853" v="2786" actId="22"/>
        <pc:sldMkLst>
          <pc:docMk/>
          <pc:sldMk cId="2302907102" sldId="498"/>
        </pc:sldMkLst>
        <pc:spChg chg="mod">
          <ac:chgData name="Mishan Dahia" userId="a4d748d2-06e5-40f7-8ebb-26e9db09b26f" providerId="ADAL" clId="{646EC6E7-D7A9-4620-9BD8-79261B99004C}" dt="2025-09-30T03:38:10.566" v="2749" actId="20577"/>
          <ac:spMkLst>
            <pc:docMk/>
            <pc:sldMk cId="2302907102" sldId="498"/>
            <ac:spMk id="2" creationId="{D440C724-9323-6765-32CB-FFEAF8F93335}"/>
          </ac:spMkLst>
        </pc:spChg>
        <pc:spChg chg="add del mod">
          <ac:chgData name="Mishan Dahia" userId="a4d748d2-06e5-40f7-8ebb-26e9db09b26f" providerId="ADAL" clId="{646EC6E7-D7A9-4620-9BD8-79261B99004C}" dt="2025-09-30T02:57:52.776" v="2653" actId="1037"/>
          <ac:spMkLst>
            <pc:docMk/>
            <pc:sldMk cId="2302907102" sldId="498"/>
            <ac:spMk id="3" creationId="{9B37D462-C98A-B253-4DB0-DE2645DCC52C}"/>
          </ac:spMkLst>
        </pc:spChg>
        <pc:spChg chg="add mod">
          <ac:chgData name="Mishan Dahia" userId="a4d748d2-06e5-40f7-8ebb-26e9db09b26f" providerId="ADAL" clId="{646EC6E7-D7A9-4620-9BD8-79261B99004C}" dt="2025-09-30T02:58:29.331" v="2726" actId="20577"/>
          <ac:spMkLst>
            <pc:docMk/>
            <pc:sldMk cId="2302907102" sldId="498"/>
            <ac:spMk id="17" creationId="{6F1301FA-D604-8D90-282A-092AAB039377}"/>
          </ac:spMkLst>
        </pc:spChg>
        <pc:picChg chg="add mod">
          <ac:chgData name="Mishan Dahia" userId="a4d748d2-06e5-40f7-8ebb-26e9db09b26f" providerId="ADAL" clId="{646EC6E7-D7A9-4620-9BD8-79261B99004C}" dt="2025-09-30T02:57:59.306" v="2677" actId="1035"/>
          <ac:picMkLst>
            <pc:docMk/>
            <pc:sldMk cId="2302907102" sldId="498"/>
            <ac:picMk id="15" creationId="{90A414B7-9D54-3CC1-5495-BB10AB5E16D6}"/>
          </ac:picMkLst>
        </pc:picChg>
      </pc:sldChg>
      <pc:sldChg chg="addSp delSp modSp add mod ord">
        <pc:chgData name="Mishan Dahia" userId="a4d748d2-06e5-40f7-8ebb-26e9db09b26f" providerId="ADAL" clId="{646EC6E7-D7A9-4620-9BD8-79261B99004C}" dt="2025-10-02T03:58:10.199" v="16131" actId="20577"/>
        <pc:sldMkLst>
          <pc:docMk/>
          <pc:sldMk cId="3224108681" sldId="499"/>
        </pc:sldMkLst>
        <pc:spChg chg="mod">
          <ac:chgData name="Mishan Dahia" userId="a4d748d2-06e5-40f7-8ebb-26e9db09b26f" providerId="ADAL" clId="{646EC6E7-D7A9-4620-9BD8-79261B99004C}" dt="2025-09-30T03:43:12.932" v="2802" actId="20577"/>
          <ac:spMkLst>
            <pc:docMk/>
            <pc:sldMk cId="3224108681" sldId="499"/>
            <ac:spMk id="2" creationId="{7B132582-657B-9E5E-DC01-67CA000ABBFC}"/>
          </ac:spMkLst>
        </pc:spChg>
        <pc:spChg chg="add mod">
          <ac:chgData name="Mishan Dahia" userId="a4d748d2-06e5-40f7-8ebb-26e9db09b26f" providerId="ADAL" clId="{646EC6E7-D7A9-4620-9BD8-79261B99004C}" dt="2025-10-02T03:58:10.199" v="16131" actId="20577"/>
          <ac:spMkLst>
            <pc:docMk/>
            <pc:sldMk cId="3224108681" sldId="499"/>
            <ac:spMk id="7" creationId="{C6B445EF-AC3C-852A-B338-2230DF4F6BA5}"/>
          </ac:spMkLst>
        </pc:spChg>
        <pc:graphicFrameChg chg="add mod">
          <ac:chgData name="Mishan Dahia" userId="a4d748d2-06e5-40f7-8ebb-26e9db09b26f" providerId="ADAL" clId="{646EC6E7-D7A9-4620-9BD8-79261B99004C}" dt="2025-10-02T03:39:36.012" v="16020" actId="1076"/>
          <ac:graphicFrameMkLst>
            <pc:docMk/>
            <pc:sldMk cId="3224108681" sldId="499"/>
            <ac:graphicFrameMk id="3" creationId="{01CB8461-4B39-4869-3BCE-5C2291B4F689}"/>
          </ac:graphicFrameMkLst>
        </pc:graphicFrameChg>
        <pc:graphicFrameChg chg="add mod">
          <ac:chgData name="Mishan Dahia" userId="a4d748d2-06e5-40f7-8ebb-26e9db09b26f" providerId="ADAL" clId="{646EC6E7-D7A9-4620-9BD8-79261B99004C}" dt="2025-10-02T03:39:37.479" v="16021"/>
          <ac:graphicFrameMkLst>
            <pc:docMk/>
            <pc:sldMk cId="3224108681" sldId="499"/>
            <ac:graphicFrameMk id="5" creationId="{4CFDEC78-4832-D019-20ED-D18351F1AB9C}"/>
          </ac:graphicFrameMkLst>
        </pc:graphicFrameChg>
        <pc:graphicFrameChg chg="add del mod">
          <ac:chgData name="Mishan Dahia" userId="a4d748d2-06e5-40f7-8ebb-26e9db09b26f" providerId="ADAL" clId="{646EC6E7-D7A9-4620-9BD8-79261B99004C}" dt="2025-10-02T03:40:00.042" v="16024" actId="21"/>
          <ac:graphicFrameMkLst>
            <pc:docMk/>
            <pc:sldMk cId="3224108681" sldId="499"/>
            <ac:graphicFrameMk id="8" creationId="{9C8F0F9B-BEE0-75B5-E059-B8F5ADBB547E}"/>
          </ac:graphicFrameMkLst>
        </pc:graphicFrameChg>
        <pc:picChg chg="add mod">
          <ac:chgData name="Mishan Dahia" userId="a4d748d2-06e5-40f7-8ebb-26e9db09b26f" providerId="ADAL" clId="{646EC6E7-D7A9-4620-9BD8-79261B99004C}" dt="2025-09-30T03:44:00.083" v="2808" actId="1076"/>
          <ac:picMkLst>
            <pc:docMk/>
            <pc:sldMk cId="3224108681" sldId="499"/>
            <ac:picMk id="6" creationId="{B4F8AC12-8273-5114-2D6D-23D5050E1289}"/>
          </ac:picMkLst>
        </pc:picChg>
      </pc:sldChg>
      <pc:sldChg chg="delSp modSp add mod">
        <pc:chgData name="Mishan Dahia" userId="a4d748d2-06e5-40f7-8ebb-26e9db09b26f" providerId="ADAL" clId="{646EC6E7-D7A9-4620-9BD8-79261B99004C}" dt="2025-10-01T07:27:54.615" v="12522" actId="13926"/>
        <pc:sldMkLst>
          <pc:docMk/>
          <pc:sldMk cId="393636888" sldId="500"/>
        </pc:sldMkLst>
        <pc:spChg chg="mod">
          <ac:chgData name="Mishan Dahia" userId="a4d748d2-06e5-40f7-8ebb-26e9db09b26f" providerId="ADAL" clId="{646EC6E7-D7A9-4620-9BD8-79261B99004C}" dt="2025-10-01T07:27:54.615" v="12522" actId="13926"/>
          <ac:spMkLst>
            <pc:docMk/>
            <pc:sldMk cId="393636888" sldId="500"/>
            <ac:spMk id="2" creationId="{F3E0FD3A-E62C-83E9-A319-9EF5E741BFA5}"/>
          </ac:spMkLst>
        </pc:spChg>
        <pc:spChg chg="mod">
          <ac:chgData name="Mishan Dahia" userId="a4d748d2-06e5-40f7-8ebb-26e9db09b26f" providerId="ADAL" clId="{646EC6E7-D7A9-4620-9BD8-79261B99004C}" dt="2025-10-01T07:15:17.934" v="12458" actId="20577"/>
          <ac:spMkLst>
            <pc:docMk/>
            <pc:sldMk cId="393636888" sldId="500"/>
            <ac:spMk id="7" creationId="{902C2D16-E12B-BE7B-9F16-5523367091D2}"/>
          </ac:spMkLst>
        </pc:spChg>
      </pc:sldChg>
      <pc:sldChg chg="addSp delSp modSp add mod">
        <pc:chgData name="Mishan Dahia" userId="a4d748d2-06e5-40f7-8ebb-26e9db09b26f" providerId="ADAL" clId="{646EC6E7-D7A9-4620-9BD8-79261B99004C}" dt="2025-10-02T02:03:47.968" v="16005" actId="1036"/>
        <pc:sldMkLst>
          <pc:docMk/>
          <pc:sldMk cId="517685880" sldId="501"/>
        </pc:sldMkLst>
        <pc:spChg chg="mod">
          <ac:chgData name="Mishan Dahia" userId="a4d748d2-06e5-40f7-8ebb-26e9db09b26f" providerId="ADAL" clId="{646EC6E7-D7A9-4620-9BD8-79261B99004C}" dt="2025-10-01T07:19:11.371" v="12494" actId="6549"/>
          <ac:spMkLst>
            <pc:docMk/>
            <pc:sldMk cId="517685880" sldId="501"/>
            <ac:spMk id="2" creationId="{EBBE8A78-1BFF-CD13-720E-A652380ACB67}"/>
          </ac:spMkLst>
        </pc:spChg>
        <pc:spChg chg="add mod">
          <ac:chgData name="Mishan Dahia" userId="a4d748d2-06e5-40f7-8ebb-26e9db09b26f" providerId="ADAL" clId="{646EC6E7-D7A9-4620-9BD8-79261B99004C}" dt="2025-10-01T07:18:23.798" v="12478" actId="1037"/>
          <ac:spMkLst>
            <pc:docMk/>
            <pc:sldMk cId="517685880" sldId="501"/>
            <ac:spMk id="6" creationId="{1E2ADE10-D13F-1FFD-7714-023152F2977F}"/>
          </ac:spMkLst>
        </pc:spChg>
        <pc:spChg chg="mod">
          <ac:chgData name="Mishan Dahia" userId="a4d748d2-06e5-40f7-8ebb-26e9db09b26f" providerId="ADAL" clId="{646EC6E7-D7A9-4620-9BD8-79261B99004C}" dt="2025-10-02T02:03:37.716" v="15999" actId="14100"/>
          <ac:spMkLst>
            <pc:docMk/>
            <pc:sldMk cId="517685880" sldId="501"/>
            <ac:spMk id="7" creationId="{7C202FD5-F720-C79A-8BD2-B5C9EEA8C139}"/>
          </ac:spMkLst>
        </pc:spChg>
        <pc:spChg chg="add mod">
          <ac:chgData name="Mishan Dahia" userId="a4d748d2-06e5-40f7-8ebb-26e9db09b26f" providerId="ADAL" clId="{646EC6E7-D7A9-4620-9BD8-79261B99004C}" dt="2025-10-02T02:03:41.797" v="16000" actId="14100"/>
          <ac:spMkLst>
            <pc:docMk/>
            <pc:sldMk cId="517685880" sldId="501"/>
            <ac:spMk id="11" creationId="{E47094CC-6395-B0DE-BC7A-E60B52577E86}"/>
          </ac:spMkLst>
        </pc:spChg>
        <pc:picChg chg="add mod">
          <ac:chgData name="Mishan Dahia" userId="a4d748d2-06e5-40f7-8ebb-26e9db09b26f" providerId="ADAL" clId="{646EC6E7-D7A9-4620-9BD8-79261B99004C}" dt="2025-10-02T02:03:16.551" v="15993" actId="1038"/>
          <ac:picMkLst>
            <pc:docMk/>
            <pc:sldMk cId="517685880" sldId="501"/>
            <ac:picMk id="5" creationId="{DACFFAA7-F23B-4B3B-99B4-03F3A54E56CD}"/>
          </ac:picMkLst>
        </pc:picChg>
        <pc:picChg chg="add mod ord modCrop">
          <ac:chgData name="Mishan Dahia" userId="a4d748d2-06e5-40f7-8ebb-26e9db09b26f" providerId="ADAL" clId="{646EC6E7-D7A9-4620-9BD8-79261B99004C}" dt="2025-10-02T02:03:47.968" v="16005" actId="1036"/>
          <ac:picMkLst>
            <pc:docMk/>
            <pc:sldMk cId="517685880" sldId="501"/>
            <ac:picMk id="8" creationId="{2348E881-085A-F722-37D0-FB7F5BF1F05C}"/>
          </ac:picMkLst>
        </pc:picChg>
        <pc:picChg chg="add del mod">
          <ac:chgData name="Mishan Dahia" userId="a4d748d2-06e5-40f7-8ebb-26e9db09b26f" providerId="ADAL" clId="{646EC6E7-D7A9-4620-9BD8-79261B99004C}" dt="2025-10-01T06:19:23.242" v="11854" actId="478"/>
          <ac:picMkLst>
            <pc:docMk/>
            <pc:sldMk cId="517685880" sldId="501"/>
            <ac:picMk id="9" creationId="{77F78BEA-A51C-EE9E-350C-D6E9AA22881A}"/>
          </ac:picMkLst>
        </pc:picChg>
        <pc:picChg chg="add del mod ord">
          <ac:chgData name="Mishan Dahia" userId="a4d748d2-06e5-40f7-8ebb-26e9db09b26f" providerId="ADAL" clId="{646EC6E7-D7A9-4620-9BD8-79261B99004C}" dt="2025-10-02T02:02:13.228" v="15929" actId="478"/>
          <ac:picMkLst>
            <pc:docMk/>
            <pc:sldMk cId="517685880" sldId="501"/>
            <ac:picMk id="10" creationId="{D14BDA74-5843-DDC5-CD0A-38BD9A4DE959}"/>
          </ac:picMkLst>
        </pc:picChg>
      </pc:sldChg>
      <pc:sldChg chg="add del">
        <pc:chgData name="Mishan Dahia" userId="a4d748d2-06e5-40f7-8ebb-26e9db09b26f" providerId="ADAL" clId="{646EC6E7-D7A9-4620-9BD8-79261B99004C}" dt="2025-09-30T04:46:06.314" v="5375"/>
        <pc:sldMkLst>
          <pc:docMk/>
          <pc:sldMk cId="1328114718" sldId="502"/>
        </pc:sldMkLst>
      </pc:sldChg>
      <pc:sldChg chg="modSp add mod">
        <pc:chgData name="Mishan Dahia" userId="a4d748d2-06e5-40f7-8ebb-26e9db09b26f" providerId="ADAL" clId="{646EC6E7-D7A9-4620-9BD8-79261B99004C}" dt="2025-09-30T04:46:20.493" v="5407" actId="20577"/>
        <pc:sldMkLst>
          <pc:docMk/>
          <pc:sldMk cId="1389775522" sldId="502"/>
        </pc:sldMkLst>
        <pc:spChg chg="mod">
          <ac:chgData name="Mishan Dahia" userId="a4d748d2-06e5-40f7-8ebb-26e9db09b26f" providerId="ADAL" clId="{646EC6E7-D7A9-4620-9BD8-79261B99004C}" dt="2025-09-30T04:46:20.493" v="5407" actId="20577"/>
          <ac:spMkLst>
            <pc:docMk/>
            <pc:sldMk cId="1389775522" sldId="502"/>
            <ac:spMk id="3" creationId="{5512EDC8-4579-2527-ED6B-187586528182}"/>
          </ac:spMkLst>
        </pc:spChg>
      </pc:sldChg>
      <pc:sldChg chg="addSp delSp modSp add mod">
        <pc:chgData name="Mishan Dahia" userId="a4d748d2-06e5-40f7-8ebb-26e9db09b26f" providerId="ADAL" clId="{646EC6E7-D7A9-4620-9BD8-79261B99004C}" dt="2025-09-30T06:13:35.238" v="9227" actId="6549"/>
        <pc:sldMkLst>
          <pc:docMk/>
          <pc:sldMk cId="1798673170" sldId="503"/>
        </pc:sldMkLst>
        <pc:spChg chg="mod">
          <ac:chgData name="Mishan Dahia" userId="a4d748d2-06e5-40f7-8ebb-26e9db09b26f" providerId="ADAL" clId="{646EC6E7-D7A9-4620-9BD8-79261B99004C}" dt="2025-09-30T05:05:09.843" v="5459" actId="20577"/>
          <ac:spMkLst>
            <pc:docMk/>
            <pc:sldMk cId="1798673170" sldId="503"/>
            <ac:spMk id="2" creationId="{DA9DCBCE-ECAE-CC7D-68EF-75455A76F3A1}"/>
          </ac:spMkLst>
        </pc:spChg>
        <pc:spChg chg="mod">
          <ac:chgData name="Mishan Dahia" userId="a4d748d2-06e5-40f7-8ebb-26e9db09b26f" providerId="ADAL" clId="{646EC6E7-D7A9-4620-9BD8-79261B99004C}" dt="2025-09-30T06:13:35.238" v="9227" actId="6549"/>
          <ac:spMkLst>
            <pc:docMk/>
            <pc:sldMk cId="1798673170" sldId="503"/>
            <ac:spMk id="7" creationId="{5CFE4E02-0485-9812-3490-8C2695879C42}"/>
          </ac:spMkLst>
        </pc:spChg>
      </pc:sldChg>
      <pc:sldChg chg="addSp delSp modSp add mod">
        <pc:chgData name="Mishan Dahia" userId="a4d748d2-06e5-40f7-8ebb-26e9db09b26f" providerId="ADAL" clId="{646EC6E7-D7A9-4620-9BD8-79261B99004C}" dt="2025-10-01T04:26:08.998" v="11507" actId="13926"/>
        <pc:sldMkLst>
          <pc:docMk/>
          <pc:sldMk cId="2168015211" sldId="504"/>
        </pc:sldMkLst>
        <pc:spChg chg="mod">
          <ac:chgData name="Mishan Dahia" userId="a4d748d2-06e5-40f7-8ebb-26e9db09b26f" providerId="ADAL" clId="{646EC6E7-D7A9-4620-9BD8-79261B99004C}" dt="2025-09-30T05:27:20.246" v="6654" actId="20577"/>
          <ac:spMkLst>
            <pc:docMk/>
            <pc:sldMk cId="2168015211" sldId="504"/>
            <ac:spMk id="2" creationId="{58A0B62C-04B9-04E3-6BBA-2E8343A49C7C}"/>
          </ac:spMkLst>
        </pc:spChg>
        <pc:spChg chg="mod">
          <ac:chgData name="Mishan Dahia" userId="a4d748d2-06e5-40f7-8ebb-26e9db09b26f" providerId="ADAL" clId="{646EC6E7-D7A9-4620-9BD8-79261B99004C}" dt="2025-10-01T04:26:08.998" v="11507" actId="13926"/>
          <ac:spMkLst>
            <pc:docMk/>
            <pc:sldMk cId="2168015211" sldId="504"/>
            <ac:spMk id="7" creationId="{2AE810EE-970E-9631-2127-E519CCFA2B51}"/>
          </ac:spMkLst>
        </pc:spChg>
      </pc:sldChg>
      <pc:sldChg chg="modSp add mod">
        <pc:chgData name="Mishan Dahia" userId="a4d748d2-06e5-40f7-8ebb-26e9db09b26f" providerId="ADAL" clId="{646EC6E7-D7A9-4620-9BD8-79261B99004C}" dt="2025-09-30T06:00:30.545" v="8703" actId="20577"/>
        <pc:sldMkLst>
          <pc:docMk/>
          <pc:sldMk cId="386058180" sldId="505"/>
        </pc:sldMkLst>
        <pc:spChg chg="mod">
          <ac:chgData name="Mishan Dahia" userId="a4d748d2-06e5-40f7-8ebb-26e9db09b26f" providerId="ADAL" clId="{646EC6E7-D7A9-4620-9BD8-79261B99004C}" dt="2025-09-30T06:00:30.545" v="8703" actId="20577"/>
          <ac:spMkLst>
            <pc:docMk/>
            <pc:sldMk cId="386058180" sldId="505"/>
            <ac:spMk id="2" creationId="{CC9AE742-6BEF-C49A-F730-B05EB892DD05}"/>
          </ac:spMkLst>
        </pc:spChg>
        <pc:spChg chg="mod">
          <ac:chgData name="Mishan Dahia" userId="a4d748d2-06e5-40f7-8ebb-26e9db09b26f" providerId="ADAL" clId="{646EC6E7-D7A9-4620-9BD8-79261B99004C}" dt="2025-09-30T05:59:50.774" v="8669" actId="6549"/>
          <ac:spMkLst>
            <pc:docMk/>
            <pc:sldMk cId="386058180" sldId="505"/>
            <ac:spMk id="7" creationId="{B2D0E6A0-0E46-959A-1543-47DCC639D148}"/>
          </ac:spMkLst>
        </pc:spChg>
      </pc:sldChg>
      <pc:sldChg chg="modSp add mod">
        <pc:chgData name="Mishan Dahia" userId="a4d748d2-06e5-40f7-8ebb-26e9db09b26f" providerId="ADAL" clId="{646EC6E7-D7A9-4620-9BD8-79261B99004C}" dt="2025-09-30T06:01:16.480" v="8725" actId="20577"/>
        <pc:sldMkLst>
          <pc:docMk/>
          <pc:sldMk cId="2368376802" sldId="506"/>
        </pc:sldMkLst>
        <pc:spChg chg="mod">
          <ac:chgData name="Mishan Dahia" userId="a4d748d2-06e5-40f7-8ebb-26e9db09b26f" providerId="ADAL" clId="{646EC6E7-D7A9-4620-9BD8-79261B99004C}" dt="2025-09-30T06:01:16.480" v="8725" actId="20577"/>
          <ac:spMkLst>
            <pc:docMk/>
            <pc:sldMk cId="2368376802" sldId="506"/>
            <ac:spMk id="3" creationId="{E07672C2-27A9-A754-FB17-211992830B09}"/>
          </ac:spMkLst>
        </pc:spChg>
      </pc:sldChg>
      <pc:sldChg chg="addSp delSp modSp add mod">
        <pc:chgData name="Mishan Dahia" userId="a4d748d2-06e5-40f7-8ebb-26e9db09b26f" providerId="ADAL" clId="{646EC6E7-D7A9-4620-9BD8-79261B99004C}" dt="2025-10-02T01:04:13.278" v="14769" actId="114"/>
        <pc:sldMkLst>
          <pc:docMk/>
          <pc:sldMk cId="2646833692" sldId="507"/>
        </pc:sldMkLst>
        <pc:spChg chg="mod">
          <ac:chgData name="Mishan Dahia" userId="a4d748d2-06e5-40f7-8ebb-26e9db09b26f" providerId="ADAL" clId="{646EC6E7-D7A9-4620-9BD8-79261B99004C}" dt="2025-09-30T06:27:52.097" v="9251" actId="20577"/>
          <ac:spMkLst>
            <pc:docMk/>
            <pc:sldMk cId="2646833692" sldId="507"/>
            <ac:spMk id="2" creationId="{9AE32FFB-CA30-BA77-02C1-106CB44BDB4C}"/>
          </ac:spMkLst>
        </pc:spChg>
        <pc:spChg chg="mod">
          <ac:chgData name="Mishan Dahia" userId="a4d748d2-06e5-40f7-8ebb-26e9db09b26f" providerId="ADAL" clId="{646EC6E7-D7A9-4620-9BD8-79261B99004C}" dt="2025-10-02T01:04:13.278" v="14769" actId="114"/>
          <ac:spMkLst>
            <pc:docMk/>
            <pc:sldMk cId="2646833692" sldId="507"/>
            <ac:spMk id="7" creationId="{189D82B7-9FE4-B4F3-2DCD-019096040D76}"/>
          </ac:spMkLst>
        </pc:spChg>
      </pc:sldChg>
      <pc:sldChg chg="modSp add mod">
        <pc:chgData name="Mishan Dahia" userId="a4d748d2-06e5-40f7-8ebb-26e9db09b26f" providerId="ADAL" clId="{646EC6E7-D7A9-4620-9BD8-79261B99004C}" dt="2025-09-30T06:37:12.778" v="9860" actId="20577"/>
        <pc:sldMkLst>
          <pc:docMk/>
          <pc:sldMk cId="1772087899" sldId="508"/>
        </pc:sldMkLst>
        <pc:spChg chg="mod">
          <ac:chgData name="Mishan Dahia" userId="a4d748d2-06e5-40f7-8ebb-26e9db09b26f" providerId="ADAL" clId="{646EC6E7-D7A9-4620-9BD8-79261B99004C}" dt="2025-09-30T06:37:12.778" v="9860" actId="20577"/>
          <ac:spMkLst>
            <pc:docMk/>
            <pc:sldMk cId="1772087899" sldId="508"/>
            <ac:spMk id="3" creationId="{8D9D55A0-15B4-F663-13D7-189C8CD25D89}"/>
          </ac:spMkLst>
        </pc:spChg>
      </pc:sldChg>
      <pc:sldChg chg="modSp add mod">
        <pc:chgData name="Mishan Dahia" userId="a4d748d2-06e5-40f7-8ebb-26e9db09b26f" providerId="ADAL" clId="{646EC6E7-D7A9-4620-9BD8-79261B99004C}" dt="2025-10-02T00:10:00.535" v="12755" actId="20577"/>
        <pc:sldMkLst>
          <pc:docMk/>
          <pc:sldMk cId="3586117999" sldId="509"/>
        </pc:sldMkLst>
        <pc:spChg chg="mod">
          <ac:chgData name="Mishan Dahia" userId="a4d748d2-06e5-40f7-8ebb-26e9db09b26f" providerId="ADAL" clId="{646EC6E7-D7A9-4620-9BD8-79261B99004C}" dt="2025-09-30T06:40:45.121" v="9935" actId="20577"/>
          <ac:spMkLst>
            <pc:docMk/>
            <pc:sldMk cId="3586117999" sldId="509"/>
            <ac:spMk id="2" creationId="{6B94E319-E6DA-1F29-F239-7079AD732F96}"/>
          </ac:spMkLst>
        </pc:spChg>
        <pc:spChg chg="mod">
          <ac:chgData name="Mishan Dahia" userId="a4d748d2-06e5-40f7-8ebb-26e9db09b26f" providerId="ADAL" clId="{646EC6E7-D7A9-4620-9BD8-79261B99004C}" dt="2025-10-02T00:10:00.535" v="12755" actId="20577"/>
          <ac:spMkLst>
            <pc:docMk/>
            <pc:sldMk cId="3586117999" sldId="509"/>
            <ac:spMk id="7" creationId="{83308F47-96DA-622C-A268-48BC6C9DE0F2}"/>
          </ac:spMkLst>
        </pc:spChg>
      </pc:sldChg>
      <pc:sldChg chg="modSp add del mod">
        <pc:chgData name="Mishan Dahia" userId="a4d748d2-06e5-40f7-8ebb-26e9db09b26f" providerId="ADAL" clId="{646EC6E7-D7A9-4620-9BD8-79261B99004C}" dt="2025-10-01T04:20:58.009" v="11385" actId="47"/>
        <pc:sldMkLst>
          <pc:docMk/>
          <pc:sldMk cId="3271032060" sldId="510"/>
        </pc:sldMkLst>
      </pc:sldChg>
      <pc:sldChg chg="modSp add mod">
        <pc:chgData name="Mishan Dahia" userId="a4d748d2-06e5-40f7-8ebb-26e9db09b26f" providerId="ADAL" clId="{646EC6E7-D7A9-4620-9BD8-79261B99004C}" dt="2025-09-30T07:25:00.569" v="10420" actId="20577"/>
        <pc:sldMkLst>
          <pc:docMk/>
          <pc:sldMk cId="3833973732" sldId="511"/>
        </pc:sldMkLst>
        <pc:spChg chg="mod">
          <ac:chgData name="Mishan Dahia" userId="a4d748d2-06e5-40f7-8ebb-26e9db09b26f" providerId="ADAL" clId="{646EC6E7-D7A9-4620-9BD8-79261B99004C}" dt="2025-09-30T07:25:00.569" v="10420" actId="20577"/>
          <ac:spMkLst>
            <pc:docMk/>
            <pc:sldMk cId="3833973732" sldId="511"/>
            <ac:spMk id="3" creationId="{025B780B-BA03-B52E-97B4-0F60B8498D27}"/>
          </ac:spMkLst>
        </pc:spChg>
      </pc:sldChg>
      <pc:sldChg chg="add del">
        <pc:chgData name="Mishan Dahia" userId="a4d748d2-06e5-40f7-8ebb-26e9db09b26f" providerId="ADAL" clId="{646EC6E7-D7A9-4620-9BD8-79261B99004C}" dt="2025-09-30T07:24:34.026" v="10400" actId="47"/>
        <pc:sldMkLst>
          <pc:docMk/>
          <pc:sldMk cId="3931743016" sldId="511"/>
        </pc:sldMkLst>
      </pc:sldChg>
      <pc:sldChg chg="modSp add mod">
        <pc:chgData name="Mishan Dahia" userId="a4d748d2-06e5-40f7-8ebb-26e9db09b26f" providerId="ADAL" clId="{646EC6E7-D7A9-4620-9BD8-79261B99004C}" dt="2025-10-02T01:18:16.237" v="15362" actId="20577"/>
        <pc:sldMkLst>
          <pc:docMk/>
          <pc:sldMk cId="4065958991" sldId="512"/>
        </pc:sldMkLst>
        <pc:spChg chg="mod">
          <ac:chgData name="Mishan Dahia" userId="a4d748d2-06e5-40f7-8ebb-26e9db09b26f" providerId="ADAL" clId="{646EC6E7-D7A9-4620-9BD8-79261B99004C}" dt="2025-09-30T07:25:12.497" v="10438" actId="20577"/>
          <ac:spMkLst>
            <pc:docMk/>
            <pc:sldMk cId="4065958991" sldId="512"/>
            <ac:spMk id="2" creationId="{68324705-F278-A4F2-DE04-A4771C9679C6}"/>
          </ac:spMkLst>
        </pc:spChg>
        <pc:spChg chg="mod">
          <ac:chgData name="Mishan Dahia" userId="a4d748d2-06e5-40f7-8ebb-26e9db09b26f" providerId="ADAL" clId="{646EC6E7-D7A9-4620-9BD8-79261B99004C}" dt="2025-10-02T01:18:16.237" v="15362" actId="20577"/>
          <ac:spMkLst>
            <pc:docMk/>
            <pc:sldMk cId="4065958991" sldId="512"/>
            <ac:spMk id="7" creationId="{0841CE0F-8E6C-96E7-AC0D-53E77CBA5483}"/>
          </ac:spMkLst>
        </pc:spChg>
      </pc:sldChg>
      <pc:sldChg chg="delSp modSp add del mod">
        <pc:chgData name="Mishan Dahia" userId="a4d748d2-06e5-40f7-8ebb-26e9db09b26f" providerId="ADAL" clId="{646EC6E7-D7A9-4620-9BD8-79261B99004C}" dt="2025-10-01T07:27:59.281" v="12523" actId="47"/>
        <pc:sldMkLst>
          <pc:docMk/>
          <pc:sldMk cId="3503046503" sldId="513"/>
        </pc:sldMkLst>
        <pc:spChg chg="mod">
          <ac:chgData name="Mishan Dahia" userId="a4d748d2-06e5-40f7-8ebb-26e9db09b26f" providerId="ADAL" clId="{646EC6E7-D7A9-4620-9BD8-79261B99004C}" dt="2025-10-01T06:20:20.974" v="11903" actId="6549"/>
          <ac:spMkLst>
            <pc:docMk/>
            <pc:sldMk cId="3503046503" sldId="513"/>
            <ac:spMk id="2" creationId="{0983DC62-807B-92DC-3CDE-609FDC9BC557}"/>
          </ac:spMkLst>
        </pc:spChg>
        <pc:spChg chg="del mod">
          <ac:chgData name="Mishan Dahia" userId="a4d748d2-06e5-40f7-8ebb-26e9db09b26f" providerId="ADAL" clId="{646EC6E7-D7A9-4620-9BD8-79261B99004C}" dt="2025-10-01T07:27:32.439" v="12510" actId="21"/>
          <ac:spMkLst>
            <pc:docMk/>
            <pc:sldMk cId="3503046503" sldId="513"/>
            <ac:spMk id="7" creationId="{E47094CC-6395-B0DE-BC7A-E60B52577E86}"/>
          </ac:spMkLst>
        </pc:spChg>
      </pc:sldChg>
      <pc:sldChg chg="addSp delSp modSp add mod">
        <pc:chgData name="Mishan Dahia" userId="a4d748d2-06e5-40f7-8ebb-26e9db09b26f" providerId="ADAL" clId="{646EC6E7-D7A9-4620-9BD8-79261B99004C}" dt="2025-10-02T03:53:36.551" v="16034" actId="21"/>
        <pc:sldMkLst>
          <pc:docMk/>
          <pc:sldMk cId="22463063" sldId="514"/>
        </pc:sldMkLst>
        <pc:spChg chg="mod">
          <ac:chgData name="Mishan Dahia" userId="a4d748d2-06e5-40f7-8ebb-26e9db09b26f" providerId="ADAL" clId="{646EC6E7-D7A9-4620-9BD8-79261B99004C}" dt="2025-10-01T06:38:41.223" v="11922" actId="20577"/>
          <ac:spMkLst>
            <pc:docMk/>
            <pc:sldMk cId="22463063" sldId="514"/>
            <ac:spMk id="2" creationId="{F282B41A-A019-00BB-1E23-72430DA8C7D7}"/>
          </ac:spMkLst>
        </pc:spChg>
        <pc:spChg chg="mod">
          <ac:chgData name="Mishan Dahia" userId="a4d748d2-06e5-40f7-8ebb-26e9db09b26f" providerId="ADAL" clId="{646EC6E7-D7A9-4620-9BD8-79261B99004C}" dt="2025-10-02T03:41:37.289" v="16032" actId="14100"/>
          <ac:spMkLst>
            <pc:docMk/>
            <pc:sldMk cId="22463063" sldId="514"/>
            <ac:spMk id="3" creationId="{E26B5ADB-3DB2-72DC-44DE-553ABCD2759B}"/>
          </ac:spMkLst>
        </pc:spChg>
        <pc:spChg chg="del">
          <ac:chgData name="Mishan Dahia" userId="a4d748d2-06e5-40f7-8ebb-26e9db09b26f" providerId="ADAL" clId="{646EC6E7-D7A9-4620-9BD8-79261B99004C}" dt="2025-10-01T06:40:45.844" v="11924" actId="478"/>
          <ac:spMkLst>
            <pc:docMk/>
            <pc:sldMk cId="22463063" sldId="514"/>
            <ac:spMk id="17" creationId="{9BD8B3DE-8578-2E56-D185-6AEE6CBDED42}"/>
          </ac:spMkLst>
        </pc:spChg>
        <pc:graphicFrameChg chg="add mod modGraphic">
          <ac:chgData name="Mishan Dahia" userId="a4d748d2-06e5-40f7-8ebb-26e9db09b26f" providerId="ADAL" clId="{646EC6E7-D7A9-4620-9BD8-79261B99004C}" dt="2025-10-02T03:53:36.551" v="16034" actId="21"/>
          <ac:graphicFrameMkLst>
            <pc:docMk/>
            <pc:sldMk cId="22463063" sldId="514"/>
            <ac:graphicFrameMk id="8" creationId="{9C8F0F9B-BEE0-75B5-E059-B8F5ADBB547E}"/>
          </ac:graphicFrameMkLst>
        </pc:graphicFrameChg>
        <pc:picChg chg="add mod">
          <ac:chgData name="Mishan Dahia" userId="a4d748d2-06e5-40f7-8ebb-26e9db09b26f" providerId="ADAL" clId="{646EC6E7-D7A9-4620-9BD8-79261B99004C}" dt="2025-10-01T06:45:47.388" v="12190" actId="1038"/>
          <ac:picMkLst>
            <pc:docMk/>
            <pc:sldMk cId="22463063" sldId="514"/>
            <ac:picMk id="6" creationId="{01B06340-0C46-38ED-276C-33E3F8B40962}"/>
          </ac:picMkLst>
        </pc:picChg>
        <pc:picChg chg="del">
          <ac:chgData name="Mishan Dahia" userId="a4d748d2-06e5-40f7-8ebb-26e9db09b26f" providerId="ADAL" clId="{646EC6E7-D7A9-4620-9BD8-79261B99004C}" dt="2025-10-01T06:40:42.489" v="11923" actId="478"/>
          <ac:picMkLst>
            <pc:docMk/>
            <pc:sldMk cId="22463063" sldId="514"/>
            <ac:picMk id="15" creationId="{DABE842B-6944-8D86-E004-E71BEDFC021D}"/>
          </ac:picMkLst>
        </pc:picChg>
      </pc:sldChg>
      <pc:sldChg chg="addSp delSp modSp add mod">
        <pc:chgData name="Mishan Dahia" userId="a4d748d2-06e5-40f7-8ebb-26e9db09b26f" providerId="ADAL" clId="{646EC6E7-D7A9-4620-9BD8-79261B99004C}" dt="2025-10-02T01:05:53.017" v="14778" actId="20577"/>
        <pc:sldMkLst>
          <pc:docMk/>
          <pc:sldMk cId="1678031017" sldId="515"/>
        </pc:sldMkLst>
        <pc:spChg chg="mod">
          <ac:chgData name="Mishan Dahia" userId="a4d748d2-06e5-40f7-8ebb-26e9db09b26f" providerId="ADAL" clId="{646EC6E7-D7A9-4620-9BD8-79261B99004C}" dt="2025-10-02T00:42:35.272" v="13833" actId="1035"/>
          <ac:spMkLst>
            <pc:docMk/>
            <pc:sldMk cId="1678031017" sldId="515"/>
            <ac:spMk id="2" creationId="{70AB6A48-C3AE-D323-3407-B169D3904BFF}"/>
          </ac:spMkLst>
        </pc:spChg>
        <pc:spChg chg="del mod">
          <ac:chgData name="Mishan Dahia" userId="a4d748d2-06e5-40f7-8ebb-26e9db09b26f" providerId="ADAL" clId="{646EC6E7-D7A9-4620-9BD8-79261B99004C}" dt="2025-10-02T00:29:25.003" v="12996" actId="478"/>
          <ac:spMkLst>
            <pc:docMk/>
            <pc:sldMk cId="1678031017" sldId="515"/>
            <ac:spMk id="7" creationId="{19ABE17C-6128-10BA-B12C-CD0DB467B62F}"/>
          </ac:spMkLst>
        </pc:spChg>
        <pc:spChg chg="add mod">
          <ac:chgData name="Mishan Dahia" userId="a4d748d2-06e5-40f7-8ebb-26e9db09b26f" providerId="ADAL" clId="{646EC6E7-D7A9-4620-9BD8-79261B99004C}" dt="2025-10-02T01:05:53.017" v="14778" actId="20577"/>
          <ac:spMkLst>
            <pc:docMk/>
            <pc:sldMk cId="1678031017" sldId="515"/>
            <ac:spMk id="17" creationId="{953CF891-97F6-7B39-6FE3-B89A64327CEF}"/>
          </ac:spMkLst>
        </pc:spChg>
        <pc:spChg chg="add mod">
          <ac:chgData name="Mishan Dahia" userId="a4d748d2-06e5-40f7-8ebb-26e9db09b26f" providerId="ADAL" clId="{646EC6E7-D7A9-4620-9BD8-79261B99004C}" dt="2025-10-02T00:44:00.348" v="13908" actId="1038"/>
          <ac:spMkLst>
            <pc:docMk/>
            <pc:sldMk cId="1678031017" sldId="515"/>
            <ac:spMk id="18" creationId="{239E1DE8-7A2D-5756-5D8F-DAAB19974564}"/>
          </ac:spMkLst>
        </pc:spChg>
        <pc:spChg chg="add mod">
          <ac:chgData name="Mishan Dahia" userId="a4d748d2-06e5-40f7-8ebb-26e9db09b26f" providerId="ADAL" clId="{646EC6E7-D7A9-4620-9BD8-79261B99004C}" dt="2025-10-02T00:42:18.457" v="13822" actId="113"/>
          <ac:spMkLst>
            <pc:docMk/>
            <pc:sldMk cId="1678031017" sldId="515"/>
            <ac:spMk id="19" creationId="{111CCA2E-2D80-C7F3-EC5C-C79CA710F07A}"/>
          </ac:spMkLst>
        </pc:spChg>
        <pc:picChg chg="add del mod">
          <ac:chgData name="Mishan Dahia" userId="a4d748d2-06e5-40f7-8ebb-26e9db09b26f" providerId="ADAL" clId="{646EC6E7-D7A9-4620-9BD8-79261B99004C}" dt="2025-10-02T00:30:40.224" v="13003" actId="21"/>
          <ac:picMkLst>
            <pc:docMk/>
            <pc:sldMk cId="1678031017" sldId="515"/>
            <ac:picMk id="5" creationId="{71C33D29-8849-69F3-46B4-3B63D539C868}"/>
          </ac:picMkLst>
        </pc:picChg>
        <pc:picChg chg="del">
          <ac:chgData name="Mishan Dahia" userId="a4d748d2-06e5-40f7-8ebb-26e9db09b26f" providerId="ADAL" clId="{646EC6E7-D7A9-4620-9BD8-79261B99004C}" dt="2025-10-02T00:13:01.609" v="12963" actId="478"/>
          <ac:picMkLst>
            <pc:docMk/>
            <pc:sldMk cId="1678031017" sldId="515"/>
            <ac:picMk id="6" creationId="{FE2BD906-61D7-4D0F-88F3-826E1A453790}"/>
          </ac:picMkLst>
        </pc:picChg>
        <pc:picChg chg="add mod">
          <ac:chgData name="Mishan Dahia" userId="a4d748d2-06e5-40f7-8ebb-26e9db09b26f" providerId="ADAL" clId="{646EC6E7-D7A9-4620-9BD8-79261B99004C}" dt="2025-10-02T00:31:16.436" v="13011" actId="208"/>
          <ac:picMkLst>
            <pc:docMk/>
            <pc:sldMk cId="1678031017" sldId="515"/>
            <ac:picMk id="9" creationId="{B9FB4F9C-57D3-1874-3738-5847F1448ACB}"/>
          </ac:picMkLst>
        </pc:picChg>
        <pc:picChg chg="add del mod">
          <ac:chgData name="Mishan Dahia" userId="a4d748d2-06e5-40f7-8ebb-26e9db09b26f" providerId="ADAL" clId="{646EC6E7-D7A9-4620-9BD8-79261B99004C}" dt="2025-10-02T00:28:10.304" v="12986" actId="478"/>
          <ac:picMkLst>
            <pc:docMk/>
            <pc:sldMk cId="1678031017" sldId="515"/>
            <ac:picMk id="11" creationId="{13F753C5-A742-B791-912A-233E5E123205}"/>
          </ac:picMkLst>
        </pc:picChg>
        <pc:picChg chg="add mod">
          <ac:chgData name="Mishan Dahia" userId="a4d748d2-06e5-40f7-8ebb-26e9db09b26f" providerId="ADAL" clId="{646EC6E7-D7A9-4620-9BD8-79261B99004C}" dt="2025-10-02T00:31:40.627" v="13015" actId="14100"/>
          <ac:picMkLst>
            <pc:docMk/>
            <pc:sldMk cId="1678031017" sldId="515"/>
            <ac:picMk id="13" creationId="{2F5696A0-884A-731A-4BC9-106BF8FA0F20}"/>
          </ac:picMkLst>
        </pc:picChg>
        <pc:cxnChg chg="add mod">
          <ac:chgData name="Mishan Dahia" userId="a4d748d2-06e5-40f7-8ebb-26e9db09b26f" providerId="ADAL" clId="{646EC6E7-D7A9-4620-9BD8-79261B99004C}" dt="2025-10-02T00:39:29.232" v="13626" actId="14100"/>
          <ac:cxnSpMkLst>
            <pc:docMk/>
            <pc:sldMk cId="1678031017" sldId="515"/>
            <ac:cxnSpMk id="15" creationId="{6A1575E0-9F7F-1AE3-6CBC-A48672258E5B}"/>
          </ac:cxnSpMkLst>
        </pc:cxnChg>
      </pc:sldChg>
      <pc:sldChg chg="addSp delSp modSp add mod">
        <pc:chgData name="Mishan Dahia" userId="a4d748d2-06e5-40f7-8ebb-26e9db09b26f" providerId="ADAL" clId="{646EC6E7-D7A9-4620-9BD8-79261B99004C}" dt="2025-10-02T00:55:19.257" v="14198" actId="1076"/>
        <pc:sldMkLst>
          <pc:docMk/>
          <pc:sldMk cId="1199190136" sldId="516"/>
        </pc:sldMkLst>
        <pc:spChg chg="add mod">
          <ac:chgData name="Mishan Dahia" userId="a4d748d2-06e5-40f7-8ebb-26e9db09b26f" providerId="ADAL" clId="{646EC6E7-D7A9-4620-9BD8-79261B99004C}" dt="2025-10-02T00:54:53.647" v="14170" actId="20577"/>
          <ac:spMkLst>
            <pc:docMk/>
            <pc:sldMk cId="1199190136" sldId="516"/>
            <ac:spMk id="8" creationId="{1175BA89-E20B-25CA-F7FC-C27B08DA142B}"/>
          </ac:spMkLst>
        </pc:spChg>
        <pc:spChg chg="add mod">
          <ac:chgData name="Mishan Dahia" userId="a4d748d2-06e5-40f7-8ebb-26e9db09b26f" providerId="ADAL" clId="{646EC6E7-D7A9-4620-9BD8-79261B99004C}" dt="2025-10-02T00:55:19.257" v="14198" actId="1076"/>
          <ac:spMkLst>
            <pc:docMk/>
            <pc:sldMk cId="1199190136" sldId="516"/>
            <ac:spMk id="9" creationId="{AEDBBA18-AEBF-4EE4-05C4-0A84FB4126F4}"/>
          </ac:spMkLst>
        </pc:spChg>
        <pc:spChg chg="mod">
          <ac:chgData name="Mishan Dahia" userId="a4d748d2-06e5-40f7-8ebb-26e9db09b26f" providerId="ADAL" clId="{646EC6E7-D7A9-4620-9BD8-79261B99004C}" dt="2025-10-02T00:53:40.445" v="14079" actId="14100"/>
          <ac:spMkLst>
            <pc:docMk/>
            <pc:sldMk cId="1199190136" sldId="516"/>
            <ac:spMk id="18" creationId="{5111E210-B739-1F24-2EFF-C9FFAA7C4CE3}"/>
          </ac:spMkLst>
        </pc:spChg>
        <pc:picChg chg="del">
          <ac:chgData name="Mishan Dahia" userId="a4d748d2-06e5-40f7-8ebb-26e9db09b26f" providerId="ADAL" clId="{646EC6E7-D7A9-4620-9BD8-79261B99004C}" dt="2025-10-02T00:53:16.851" v="14002" actId="478"/>
          <ac:picMkLst>
            <pc:docMk/>
            <pc:sldMk cId="1199190136" sldId="516"/>
            <ac:picMk id="3" creationId="{302F69C3-10B7-FC80-0D02-7421F4D27F73}"/>
          </ac:picMkLst>
        </pc:picChg>
        <pc:picChg chg="add mod">
          <ac:chgData name="Mishan Dahia" userId="a4d748d2-06e5-40f7-8ebb-26e9db09b26f" providerId="ADAL" clId="{646EC6E7-D7A9-4620-9BD8-79261B99004C}" dt="2025-10-02T00:54:22.452" v="14112" actId="1035"/>
          <ac:picMkLst>
            <pc:docMk/>
            <pc:sldMk cId="1199190136" sldId="516"/>
            <ac:picMk id="5" creationId="{5C0F3CDA-7EE3-4458-DCC1-F544F47813ED}"/>
          </ac:picMkLst>
        </pc:picChg>
        <pc:picChg chg="add mod">
          <ac:chgData name="Mishan Dahia" userId="a4d748d2-06e5-40f7-8ebb-26e9db09b26f" providerId="ADAL" clId="{646EC6E7-D7A9-4620-9BD8-79261B99004C}" dt="2025-10-02T00:54:22.452" v="14112" actId="1035"/>
          <ac:picMkLst>
            <pc:docMk/>
            <pc:sldMk cId="1199190136" sldId="516"/>
            <ac:picMk id="7" creationId="{841A604C-E570-D6D3-BB22-04969D6E3CC7}"/>
          </ac:picMkLst>
        </pc:picChg>
      </pc:sldChg>
    </pc:docChg>
  </pc:docChgLst>
  <pc:docChgLst>
    <pc:chgData name="Jake Jodlowski" userId="8e920d2b-9cf5-4874-93da-c0664068b5dd" providerId="ADAL" clId="{048ADB06-7B2A-4B61-8267-90FD20559804}"/>
    <pc:docChg chg="undo custSel addSld delSld modSld sldOrd">
      <pc:chgData name="Jake Jodlowski" userId="8e920d2b-9cf5-4874-93da-c0664068b5dd" providerId="ADAL" clId="{048ADB06-7B2A-4B61-8267-90FD20559804}" dt="2025-09-12T06:58:25.678" v="274" actId="1076"/>
      <pc:docMkLst>
        <pc:docMk/>
      </pc:docMkLst>
      <pc:sldChg chg="modSp add mod">
        <pc:chgData name="Jake Jodlowski" userId="8e920d2b-9cf5-4874-93da-c0664068b5dd" providerId="ADAL" clId="{048ADB06-7B2A-4B61-8267-90FD20559804}" dt="2025-09-12T06:58:00.438" v="273" actId="1076"/>
        <pc:sldMkLst>
          <pc:docMk/>
          <pc:sldMk cId="1827621278" sldId="277"/>
        </pc:sldMkLst>
        <pc:spChg chg="mod">
          <ac:chgData name="Jake Jodlowski" userId="8e920d2b-9cf5-4874-93da-c0664068b5dd" providerId="ADAL" clId="{048ADB06-7B2A-4B61-8267-90FD20559804}" dt="2025-09-12T06:58:00.438" v="273" actId="1076"/>
          <ac:spMkLst>
            <pc:docMk/>
            <pc:sldMk cId="1827621278" sldId="277"/>
            <ac:spMk id="5" creationId="{314AD074-9B01-4C72-8529-352FF44A1641}"/>
          </ac:spMkLst>
        </pc:spChg>
      </pc:sldChg>
      <pc:sldChg chg="modSp del">
        <pc:chgData name="Jake Jodlowski" userId="8e920d2b-9cf5-4874-93da-c0664068b5dd" providerId="ADAL" clId="{048ADB06-7B2A-4B61-8267-90FD20559804}" dt="2025-09-12T06:27:16.664" v="228" actId="47"/>
        <pc:sldMkLst>
          <pc:docMk/>
          <pc:sldMk cId="3990578392" sldId="428"/>
        </pc:sldMkLst>
      </pc:sldChg>
      <pc:sldChg chg="modSp mod">
        <pc:chgData name="Jake Jodlowski" userId="8e920d2b-9cf5-4874-93da-c0664068b5dd" providerId="ADAL" clId="{048ADB06-7B2A-4B61-8267-90FD20559804}" dt="2025-09-12T06:14:08.389" v="215" actId="20577"/>
        <pc:sldMkLst>
          <pc:docMk/>
          <pc:sldMk cId="3650580818" sldId="429"/>
        </pc:sldMkLst>
      </pc:sldChg>
      <pc:sldChg chg="modSp mod ord">
        <pc:chgData name="Jake Jodlowski" userId="8e920d2b-9cf5-4874-93da-c0664068b5dd" providerId="ADAL" clId="{048ADB06-7B2A-4B61-8267-90FD20559804}" dt="2025-09-12T06:13:42.973" v="197" actId="20577"/>
        <pc:sldMkLst>
          <pc:docMk/>
          <pc:sldMk cId="2066964420" sldId="430"/>
        </pc:sldMkLst>
      </pc:sldChg>
      <pc:sldChg chg="modSp mod ord">
        <pc:chgData name="Jake Jodlowski" userId="8e920d2b-9cf5-4874-93da-c0664068b5dd" providerId="ADAL" clId="{048ADB06-7B2A-4B61-8267-90FD20559804}" dt="2025-09-12T06:11:28.492" v="162" actId="20577"/>
        <pc:sldMkLst>
          <pc:docMk/>
          <pc:sldMk cId="492076568" sldId="431"/>
        </pc:sldMkLst>
      </pc:sldChg>
      <pc:sldChg chg="del">
        <pc:chgData name="Jake Jodlowski" userId="8e920d2b-9cf5-4874-93da-c0664068b5dd" providerId="ADAL" clId="{048ADB06-7B2A-4B61-8267-90FD20559804}" dt="2025-09-12T06:38:14.335" v="266" actId="47"/>
        <pc:sldMkLst>
          <pc:docMk/>
          <pc:sldMk cId="4217068416" sldId="438"/>
        </pc:sldMkLst>
      </pc:sldChg>
      <pc:sldChg chg="del">
        <pc:chgData name="Jake Jodlowski" userId="8e920d2b-9cf5-4874-93da-c0664068b5dd" providerId="ADAL" clId="{048ADB06-7B2A-4B61-8267-90FD20559804}" dt="2025-09-12T06:28:44.577" v="230" actId="47"/>
        <pc:sldMkLst>
          <pc:docMk/>
          <pc:sldMk cId="3444537949" sldId="441"/>
        </pc:sldMkLst>
      </pc:sldChg>
      <pc:sldChg chg="del">
        <pc:chgData name="Jake Jodlowski" userId="8e920d2b-9cf5-4874-93da-c0664068b5dd" providerId="ADAL" clId="{048ADB06-7B2A-4B61-8267-90FD20559804}" dt="2025-09-12T06:17:45.536" v="225" actId="47"/>
        <pc:sldMkLst>
          <pc:docMk/>
          <pc:sldMk cId="2176687832" sldId="450"/>
        </pc:sldMkLst>
      </pc:sldChg>
      <pc:sldChg chg="del">
        <pc:chgData name="Jake Jodlowski" userId="8e920d2b-9cf5-4874-93da-c0664068b5dd" providerId="ADAL" clId="{048ADB06-7B2A-4B61-8267-90FD20559804}" dt="2025-09-12T06:16:51.383" v="222" actId="47"/>
        <pc:sldMkLst>
          <pc:docMk/>
          <pc:sldMk cId="2026172548" sldId="451"/>
        </pc:sldMkLst>
      </pc:sldChg>
      <pc:sldChg chg="del">
        <pc:chgData name="Jake Jodlowski" userId="8e920d2b-9cf5-4874-93da-c0664068b5dd" providerId="ADAL" clId="{048ADB06-7B2A-4B61-8267-90FD20559804}" dt="2025-09-12T06:17:43.413" v="224" actId="47"/>
        <pc:sldMkLst>
          <pc:docMk/>
          <pc:sldMk cId="3835501565" sldId="452"/>
        </pc:sldMkLst>
      </pc:sldChg>
      <pc:sldChg chg="del">
        <pc:chgData name="Jake Jodlowski" userId="8e920d2b-9cf5-4874-93da-c0664068b5dd" providerId="ADAL" clId="{048ADB06-7B2A-4B61-8267-90FD20559804}" dt="2025-09-12T06:16:52.465" v="223" actId="47"/>
        <pc:sldMkLst>
          <pc:docMk/>
          <pc:sldMk cId="2776248151" sldId="455"/>
        </pc:sldMkLst>
      </pc:sldChg>
      <pc:sldChg chg="addSp modSp mod">
        <pc:chgData name="Jake Jodlowski" userId="8e920d2b-9cf5-4874-93da-c0664068b5dd" providerId="ADAL" clId="{048ADB06-7B2A-4B61-8267-90FD20559804}" dt="2025-09-12T06:58:25.678" v="274" actId="1076"/>
        <pc:sldMkLst>
          <pc:docMk/>
          <pc:sldMk cId="497875752" sldId="456"/>
        </pc:sldMkLst>
        <pc:spChg chg="mod">
          <ac:chgData name="Jake Jodlowski" userId="8e920d2b-9cf5-4874-93da-c0664068b5dd" providerId="ADAL" clId="{048ADB06-7B2A-4B61-8267-90FD20559804}" dt="2025-09-12T06:58:25.678" v="274" actId="1076"/>
          <ac:spMkLst>
            <pc:docMk/>
            <pc:sldMk cId="497875752" sldId="456"/>
            <ac:spMk id="2" creationId="{82212069-7972-F712-71BF-8D4264C21C45}"/>
          </ac:spMkLst>
        </pc:spChg>
        <pc:spChg chg="mod">
          <ac:chgData name="Jake Jodlowski" userId="8e920d2b-9cf5-4874-93da-c0664068b5dd" providerId="ADAL" clId="{048ADB06-7B2A-4B61-8267-90FD20559804}" dt="2025-09-12T06:04:07.668" v="112" actId="113"/>
          <ac:spMkLst>
            <pc:docMk/>
            <pc:sldMk cId="497875752" sldId="456"/>
            <ac:spMk id="5" creationId="{9B92965C-4777-3741-AA7B-6F6D4240BB7A}"/>
          </ac:spMkLst>
        </pc:spChg>
        <pc:picChg chg="mod">
          <ac:chgData name="Jake Jodlowski" userId="8e920d2b-9cf5-4874-93da-c0664068b5dd" providerId="ADAL" clId="{048ADB06-7B2A-4B61-8267-90FD20559804}" dt="2025-09-12T06:36:33.583" v="261" actId="1076"/>
          <ac:picMkLst>
            <pc:docMk/>
            <pc:sldMk cId="497875752" sldId="456"/>
            <ac:picMk id="6" creationId="{3E5B32CF-C756-774E-7D65-6D101BA8AAD3}"/>
          </ac:picMkLst>
        </pc:picChg>
      </pc:sldChg>
      <pc:sldChg chg="modSp del mod">
        <pc:chgData name="Jake Jodlowski" userId="8e920d2b-9cf5-4874-93da-c0664068b5dd" providerId="ADAL" clId="{048ADB06-7B2A-4B61-8267-90FD20559804}" dt="2025-09-12T06:37:25.639" v="264" actId="47"/>
        <pc:sldMkLst>
          <pc:docMk/>
          <pc:sldMk cId="1047316127" sldId="459"/>
        </pc:sldMkLst>
      </pc:sldChg>
      <pc:sldChg chg="del">
        <pc:chgData name="Jake Jodlowski" userId="8e920d2b-9cf5-4874-93da-c0664068b5dd" providerId="ADAL" clId="{048ADB06-7B2A-4B61-8267-90FD20559804}" dt="2025-09-12T06:16:41.100" v="216" actId="47"/>
        <pc:sldMkLst>
          <pc:docMk/>
          <pc:sldMk cId="687584163" sldId="462"/>
        </pc:sldMkLst>
      </pc:sldChg>
      <pc:sldChg chg="del">
        <pc:chgData name="Jake Jodlowski" userId="8e920d2b-9cf5-4874-93da-c0664068b5dd" providerId="ADAL" clId="{048ADB06-7B2A-4B61-8267-90FD20559804}" dt="2025-09-12T06:16:49.840" v="221" actId="47"/>
        <pc:sldMkLst>
          <pc:docMk/>
          <pc:sldMk cId="276242589" sldId="466"/>
        </pc:sldMkLst>
      </pc:sldChg>
      <pc:sldChg chg="del">
        <pc:chgData name="Jake Jodlowski" userId="8e920d2b-9cf5-4874-93da-c0664068b5dd" providerId="ADAL" clId="{048ADB06-7B2A-4B61-8267-90FD20559804}" dt="2025-09-12T06:16:44.911" v="217" actId="47"/>
        <pc:sldMkLst>
          <pc:docMk/>
          <pc:sldMk cId="3576084027" sldId="467"/>
        </pc:sldMkLst>
      </pc:sldChg>
      <pc:sldChg chg="del">
        <pc:chgData name="Jake Jodlowski" userId="8e920d2b-9cf5-4874-93da-c0664068b5dd" providerId="ADAL" clId="{048ADB06-7B2A-4B61-8267-90FD20559804}" dt="2025-09-12T06:16:47.739" v="219" actId="47"/>
        <pc:sldMkLst>
          <pc:docMk/>
          <pc:sldMk cId="1806464822" sldId="468"/>
        </pc:sldMkLst>
      </pc:sldChg>
      <pc:sldChg chg="del">
        <pc:chgData name="Jake Jodlowski" userId="8e920d2b-9cf5-4874-93da-c0664068b5dd" providerId="ADAL" clId="{048ADB06-7B2A-4B61-8267-90FD20559804}" dt="2025-09-12T06:16:45.984" v="218" actId="47"/>
        <pc:sldMkLst>
          <pc:docMk/>
          <pc:sldMk cId="2162421210" sldId="470"/>
        </pc:sldMkLst>
      </pc:sldChg>
      <pc:sldChg chg="del">
        <pc:chgData name="Jake Jodlowski" userId="8e920d2b-9cf5-4874-93da-c0664068b5dd" providerId="ADAL" clId="{048ADB06-7B2A-4B61-8267-90FD20559804}" dt="2025-09-12T06:31:50.277" v="233" actId="47"/>
        <pc:sldMkLst>
          <pc:docMk/>
          <pc:sldMk cId="772833407" sldId="472"/>
        </pc:sldMkLst>
      </pc:sldChg>
      <pc:sldChg chg="del">
        <pc:chgData name="Jake Jodlowski" userId="8e920d2b-9cf5-4874-93da-c0664068b5dd" providerId="ADAL" clId="{048ADB06-7B2A-4B61-8267-90FD20559804}" dt="2025-09-12T06:16:48.571" v="220" actId="47"/>
        <pc:sldMkLst>
          <pc:docMk/>
          <pc:sldMk cId="1345669435" sldId="477"/>
        </pc:sldMkLst>
      </pc:sldChg>
      <pc:sldChg chg="del">
        <pc:chgData name="Jake Jodlowski" userId="8e920d2b-9cf5-4874-93da-c0664068b5dd" providerId="ADAL" clId="{048ADB06-7B2A-4B61-8267-90FD20559804}" dt="2025-09-12T06:57:51.330" v="272" actId="47"/>
        <pc:sldMkLst>
          <pc:docMk/>
          <pc:sldMk cId="4043621092" sldId="483"/>
        </pc:sldMkLst>
      </pc:sldChg>
      <pc:sldChg chg="ord">
        <pc:chgData name="Jake Jodlowski" userId="8e920d2b-9cf5-4874-93da-c0664068b5dd" providerId="ADAL" clId="{048ADB06-7B2A-4B61-8267-90FD20559804}" dt="2025-09-12T06:28:54.571" v="232"/>
        <pc:sldMkLst>
          <pc:docMk/>
          <pc:sldMk cId="3062647635" sldId="484"/>
        </pc:sldMkLst>
      </pc:sldChg>
      <pc:sldChg chg="del">
        <pc:chgData name="Jake Jodlowski" userId="8e920d2b-9cf5-4874-93da-c0664068b5dd" providerId="ADAL" clId="{048ADB06-7B2A-4B61-8267-90FD20559804}" dt="2025-09-12T06:40:03.975" v="269" actId="47"/>
        <pc:sldMkLst>
          <pc:docMk/>
          <pc:sldMk cId="3115744654" sldId="486"/>
        </pc:sldMkLst>
      </pc:sldChg>
      <pc:sldChg chg="del">
        <pc:chgData name="Jake Jodlowski" userId="8e920d2b-9cf5-4874-93da-c0664068b5dd" providerId="ADAL" clId="{048ADB06-7B2A-4B61-8267-90FD20559804}" dt="2025-09-12T06:40:21.535" v="270" actId="47"/>
        <pc:sldMkLst>
          <pc:docMk/>
          <pc:sldMk cId="2939386324" sldId="490"/>
        </pc:sldMkLst>
      </pc:sldChg>
      <pc:sldChg chg="add del">
        <pc:chgData name="Jake Jodlowski" userId="8e920d2b-9cf5-4874-93da-c0664068b5dd" providerId="ADAL" clId="{048ADB06-7B2A-4B61-8267-90FD20559804}" dt="2025-09-12T06:37:27.444" v="265" actId="47"/>
        <pc:sldMkLst>
          <pc:docMk/>
          <pc:sldMk cId="1814085853" sldId="492"/>
        </pc:sldMkLst>
      </pc:sldChg>
      <pc:sldChg chg="modSp add">
        <pc:chgData name="Jake Jodlowski" userId="8e920d2b-9cf5-4874-93da-c0664068b5dd" providerId="ADAL" clId="{048ADB06-7B2A-4B61-8267-90FD20559804}" dt="2025-09-12T06:26:54.382" v="227" actId="20578"/>
        <pc:sldMkLst>
          <pc:docMk/>
          <pc:sldMk cId="2090399728" sldId="493"/>
        </pc:sldMkLst>
        <pc:spChg chg="mod">
          <ac:chgData name="Jake Jodlowski" userId="8e920d2b-9cf5-4874-93da-c0664068b5dd" providerId="ADAL" clId="{048ADB06-7B2A-4B61-8267-90FD20559804}" dt="2025-09-12T06:26:54.382" v="227" actId="20578"/>
          <ac:spMkLst>
            <pc:docMk/>
            <pc:sldMk cId="2090399728" sldId="493"/>
            <ac:spMk id="3" creationId="{60EB95DE-1014-8B3D-AD24-C04A4DB890CB}"/>
          </ac:spMkLst>
        </pc:spChg>
      </pc:sldChg>
      <pc:sldChg chg="add">
        <pc:chgData name="Jake Jodlowski" userId="8e920d2b-9cf5-4874-93da-c0664068b5dd" providerId="ADAL" clId="{048ADB06-7B2A-4B61-8267-90FD20559804}" dt="2025-09-12T06:28:01.554" v="229"/>
        <pc:sldMkLst>
          <pc:docMk/>
          <pc:sldMk cId="3688673682" sldId="4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848645" y="0"/>
            <a:ext cx="2944283" cy="498294"/>
          </a:xfrm>
          <a:prstGeom prst="rect">
            <a:avLst/>
          </a:prstGeom>
        </p:spPr>
        <p:txBody>
          <a:bodyPr vert="horz" lIns="93177" tIns="46589" rIns="93177" bIns="46589" rtlCol="0"/>
          <a:lstStyle>
            <a:lvl1pPr algn="r">
              <a:defRPr sz="1200"/>
            </a:lvl1pPr>
          </a:lstStyle>
          <a:p>
            <a:fld id="{50C4714A-DA1E-9449-86E5-07B57384D4F5}" type="datetimeFigureOut">
              <a:rPr lang="en-US" smtClean="0"/>
              <a:t>10/2/2025</a:t>
            </a:fld>
            <a:endParaRPr lang="en-US"/>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3177" tIns="46589" rIns="93177" bIns="46589"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33107"/>
            <a:ext cx="2944283" cy="49829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848645" y="9433107"/>
            <a:ext cx="2944283" cy="498293"/>
          </a:xfrm>
          <a:prstGeom prst="rect">
            <a:avLst/>
          </a:prstGeom>
        </p:spPr>
        <p:txBody>
          <a:bodyPr vert="horz" lIns="93177" tIns="46589" rIns="93177" bIns="46589" rtlCol="0" anchor="b"/>
          <a:lstStyle>
            <a:lvl1pPr algn="r">
              <a:defRPr sz="1200"/>
            </a:lvl1pPr>
          </a:lstStyle>
          <a:p>
            <a:fld id="{8F58FB17-155D-F645-B634-80663ED9376A}" type="slidenum">
              <a:rPr lang="en-US" smtClean="0"/>
              <a:t>‹#›</a:t>
            </a:fld>
            <a:endParaRPr lang="en-US"/>
          </a:p>
        </p:txBody>
      </p:sp>
    </p:spTree>
    <p:extLst>
      <p:ext uri="{BB962C8B-B14F-4D97-AF65-F5344CB8AC3E}">
        <p14:creationId xmlns:p14="http://schemas.microsoft.com/office/powerpoint/2010/main" val="2452732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F58FB17-155D-F645-B634-80663ED9376A}" type="slidenum">
              <a:rPr lang="en-US" smtClean="0"/>
              <a:t>11</a:t>
            </a:fld>
            <a:endParaRPr lang="en-US"/>
          </a:p>
        </p:txBody>
      </p:sp>
    </p:spTree>
    <p:extLst>
      <p:ext uri="{BB962C8B-B14F-4D97-AF65-F5344CB8AC3E}">
        <p14:creationId xmlns:p14="http://schemas.microsoft.com/office/powerpoint/2010/main" val="31451054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mailto:jake.jodlowski@atchison.com.au"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hyperlink" Target="mailto:kev.jodlowski@atchison.com.au"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Green lights in the sky&#10;&#10;Description automatically generated with medium confidence">
            <a:extLst>
              <a:ext uri="{FF2B5EF4-FFF2-40B4-BE49-F238E27FC236}">
                <a16:creationId xmlns:a16="http://schemas.microsoft.com/office/drawing/2014/main" id="{5B2B7ECE-C2FE-4C47-9349-5EBAFDE1023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F3F3D2B-7EE4-7E4C-99F5-8A1925C65DE0}"/>
              </a:ext>
            </a:extLst>
          </p:cNvPr>
          <p:cNvSpPr>
            <a:spLocks noGrp="1"/>
          </p:cNvSpPr>
          <p:nvPr>
            <p:ph type="ctrTitle"/>
          </p:nvPr>
        </p:nvSpPr>
        <p:spPr>
          <a:xfrm>
            <a:off x="504000" y="504000"/>
            <a:ext cx="10447536" cy="1521791"/>
          </a:xfrm>
          <a:noFill/>
        </p:spPr>
        <p:txBody>
          <a:bodyPr lIns="0" tIns="0" rIns="0" bIns="0" anchor="t" anchorCtr="0">
            <a:normAutofit/>
          </a:bodyPr>
          <a:lstStyle>
            <a:lvl1pPr algn="l">
              <a:defRPr sz="4000" baseline="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63BF57B6-1A1A-A247-A94E-64D3B037BD80}"/>
              </a:ext>
            </a:extLst>
          </p:cNvPr>
          <p:cNvSpPr>
            <a:spLocks noGrp="1"/>
          </p:cNvSpPr>
          <p:nvPr>
            <p:ph type="subTitle" idx="1"/>
          </p:nvPr>
        </p:nvSpPr>
        <p:spPr>
          <a:xfrm>
            <a:off x="504000" y="2520000"/>
            <a:ext cx="4548809" cy="206574"/>
          </a:xfrm>
        </p:spPr>
        <p:txBody>
          <a:bodyPr lIns="0" tIns="0" rIns="0" bIns="0">
            <a:normAutofit/>
          </a:bodyPr>
          <a:lstStyle>
            <a:lvl1pPr marL="0" indent="0" algn="l">
              <a:buNone/>
              <a:defRPr sz="1800"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23B9DB6-696C-F745-94C1-3E68281C255E}"/>
              </a:ext>
            </a:extLst>
          </p:cNvPr>
          <p:cNvSpPr>
            <a:spLocks noGrp="1"/>
          </p:cNvSpPr>
          <p:nvPr>
            <p:ph type="dt" sz="half" idx="10"/>
          </p:nvPr>
        </p:nvSpPr>
        <p:spPr>
          <a:xfrm>
            <a:off x="504000" y="2772000"/>
            <a:ext cx="4548808" cy="206573"/>
          </a:xfrm>
          <a:prstGeom prst="rect">
            <a:avLst/>
          </a:prstGeom>
        </p:spPr>
        <p:txBody>
          <a:bodyPr lIns="0" tIns="0" rIns="0" bIns="0" anchor="t" anchorCtr="0"/>
          <a:lstStyle>
            <a:lvl1pPr>
              <a:defRPr sz="1500" baseline="0">
                <a:solidFill>
                  <a:schemeClr val="bg1"/>
                </a:solidFill>
              </a:defRPr>
            </a:lvl1pPr>
          </a:lstStyle>
          <a:p>
            <a:r>
              <a:rPr lang="en-AU"/>
              <a:t>30 March 2022</a:t>
            </a:r>
            <a:endParaRPr lang="en-US"/>
          </a:p>
        </p:txBody>
      </p:sp>
    </p:spTree>
    <p:extLst>
      <p:ext uri="{BB962C8B-B14F-4D97-AF65-F5344CB8AC3E}">
        <p14:creationId xmlns:p14="http://schemas.microsoft.com/office/powerpoint/2010/main" val="4078189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2F60B-C2B5-9E48-B200-493700D0023A}"/>
              </a:ext>
            </a:extLst>
          </p:cNvPr>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4E977BAC-D0B3-FF45-8C00-4D20F406A2D7}"/>
              </a:ext>
            </a:extLst>
          </p:cNvPr>
          <p:cNvSpPr>
            <a:spLocks noGrp="1"/>
          </p:cNvSpPr>
          <p:nvPr>
            <p:ph type="ftr" sz="quarter" idx="10"/>
          </p:nvPr>
        </p:nvSpPr>
        <p:spPr/>
        <p:txBody>
          <a:bodyPr/>
          <a:lstStyle/>
          <a:p>
            <a:r>
              <a:rPr lang="en-US"/>
              <a:t>Provision of Asset Consulting Service to AJ Gleeson – Financial Advisers</a:t>
            </a:r>
          </a:p>
        </p:txBody>
      </p:sp>
      <p:sp>
        <p:nvSpPr>
          <p:cNvPr id="4" name="Slide Number Placeholder 3">
            <a:extLst>
              <a:ext uri="{FF2B5EF4-FFF2-40B4-BE49-F238E27FC236}">
                <a16:creationId xmlns:a16="http://schemas.microsoft.com/office/drawing/2014/main" id="{AD6D624E-EA5A-B549-AB57-6D66A1AB8BC1}"/>
              </a:ext>
            </a:extLst>
          </p:cNvPr>
          <p:cNvSpPr>
            <a:spLocks noGrp="1"/>
          </p:cNvSpPr>
          <p:nvPr>
            <p:ph type="sldNum" sz="quarter" idx="11"/>
          </p:nvPr>
        </p:nvSpPr>
        <p:spPr/>
        <p:txBody>
          <a:bodyPr/>
          <a:lstStyle/>
          <a:p>
            <a:fld id="{C88128C6-A6A3-394B-86F9-39BAF5F56AAC}" type="slidenum">
              <a:rPr lang="en-US" smtClean="0"/>
              <a:pPr/>
              <a:t>‹#›</a:t>
            </a:fld>
            <a:endParaRPr lang="en-US"/>
          </a:p>
        </p:txBody>
      </p:sp>
      <p:sp>
        <p:nvSpPr>
          <p:cNvPr id="5" name="Content Placeholder 2">
            <a:extLst>
              <a:ext uri="{FF2B5EF4-FFF2-40B4-BE49-F238E27FC236}">
                <a16:creationId xmlns:a16="http://schemas.microsoft.com/office/drawing/2014/main" id="{5A7BDEA4-6D5C-2440-A54C-0853E778A81D}"/>
              </a:ext>
            </a:extLst>
          </p:cNvPr>
          <p:cNvSpPr>
            <a:spLocks noGrp="1"/>
          </p:cNvSpPr>
          <p:nvPr>
            <p:ph idx="1"/>
          </p:nvPr>
        </p:nvSpPr>
        <p:spPr>
          <a:xfrm>
            <a:off x="504000" y="2020186"/>
            <a:ext cx="11184000" cy="4104167"/>
          </a:xfrm>
        </p:spPr>
        <p:txBody>
          <a:bodyPr lIns="0" tIns="0" rIns="0" bIns="0">
            <a:normAutofit/>
          </a:bodyPr>
          <a:lstStyle>
            <a:lvl1pPr>
              <a:lnSpc>
                <a:spcPct val="100000"/>
              </a:lnSpc>
              <a:defRPr sz="1600" baseline="0">
                <a:solidFill>
                  <a:srgbClr val="3D555E"/>
                </a:solidFill>
              </a:defRPr>
            </a:lvl1pPr>
            <a:lvl2pPr marL="685800" indent="-228600">
              <a:lnSpc>
                <a:spcPct val="100000"/>
              </a:lnSpc>
              <a:buFont typeface="Arial" panose="020B0604020202020204" pitchFamily="34" charset="0"/>
              <a:buChar char="•"/>
              <a:defRPr sz="1600" baseline="0">
                <a:solidFill>
                  <a:srgbClr val="3D555E"/>
                </a:solidFill>
              </a:defRPr>
            </a:lvl2pPr>
            <a:lvl3pPr>
              <a:lnSpc>
                <a:spcPct val="100000"/>
              </a:lnSpc>
              <a:defRPr sz="1600" baseline="0">
                <a:solidFill>
                  <a:srgbClr val="3D555E"/>
                </a:solidFill>
              </a:defRPr>
            </a:lvl3pPr>
            <a:lvl4pPr>
              <a:lnSpc>
                <a:spcPct val="100000"/>
              </a:lnSpc>
              <a:defRPr sz="1600" baseline="0">
                <a:solidFill>
                  <a:srgbClr val="3D555E"/>
                </a:solidFill>
              </a:defRPr>
            </a:lvl4pPr>
            <a:lvl5pPr>
              <a:lnSpc>
                <a:spcPct val="100000"/>
              </a:lnSpc>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38476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2F60B-C2B5-9E48-B200-493700D0023A}"/>
              </a:ext>
            </a:extLst>
          </p:cNvPr>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4E977BAC-D0B3-FF45-8C00-4D20F406A2D7}"/>
              </a:ext>
            </a:extLst>
          </p:cNvPr>
          <p:cNvSpPr>
            <a:spLocks noGrp="1"/>
          </p:cNvSpPr>
          <p:nvPr>
            <p:ph type="ftr" sz="quarter" idx="10"/>
          </p:nvPr>
        </p:nvSpPr>
        <p:spPr/>
        <p:txBody>
          <a:bodyPr/>
          <a:lstStyle/>
          <a:p>
            <a:r>
              <a:rPr lang="en-US"/>
              <a:t>Provision of Asset Consulting Service to AJ Gleeson – Financial Advisers</a:t>
            </a:r>
          </a:p>
        </p:txBody>
      </p:sp>
      <p:sp>
        <p:nvSpPr>
          <p:cNvPr id="4" name="Slide Number Placeholder 3">
            <a:extLst>
              <a:ext uri="{FF2B5EF4-FFF2-40B4-BE49-F238E27FC236}">
                <a16:creationId xmlns:a16="http://schemas.microsoft.com/office/drawing/2014/main" id="{AD6D624E-EA5A-B549-AB57-6D66A1AB8BC1}"/>
              </a:ext>
            </a:extLst>
          </p:cNvPr>
          <p:cNvSpPr>
            <a:spLocks noGrp="1"/>
          </p:cNvSpPr>
          <p:nvPr>
            <p:ph type="sldNum" sz="quarter" idx="11"/>
          </p:nvPr>
        </p:nvSpPr>
        <p:spPr/>
        <p:txBody>
          <a:bodyPr/>
          <a:lstStyle/>
          <a:p>
            <a:fld id="{C88128C6-A6A3-394B-86F9-39BAF5F56AAC}" type="slidenum">
              <a:rPr lang="en-US" smtClean="0"/>
              <a:pPr/>
              <a:t>‹#›</a:t>
            </a:fld>
            <a:endParaRPr lang="en-US"/>
          </a:p>
        </p:txBody>
      </p:sp>
      <p:sp>
        <p:nvSpPr>
          <p:cNvPr id="5" name="Content Placeholder 2">
            <a:extLst>
              <a:ext uri="{FF2B5EF4-FFF2-40B4-BE49-F238E27FC236}">
                <a16:creationId xmlns:a16="http://schemas.microsoft.com/office/drawing/2014/main" id="{5A7BDEA4-6D5C-2440-A54C-0853E778A81D}"/>
              </a:ext>
            </a:extLst>
          </p:cNvPr>
          <p:cNvSpPr>
            <a:spLocks noGrp="1"/>
          </p:cNvSpPr>
          <p:nvPr>
            <p:ph idx="1"/>
          </p:nvPr>
        </p:nvSpPr>
        <p:spPr>
          <a:xfrm>
            <a:off x="504000" y="2020186"/>
            <a:ext cx="11184000" cy="4104167"/>
          </a:xfrm>
        </p:spPr>
        <p:txBody>
          <a:bodyPr lIns="0" tIns="0" rIns="0" bIns="0" numCol="2" spcCol="360000">
            <a:normAutofit/>
          </a:bodyPr>
          <a:lstStyle>
            <a:lvl1pPr>
              <a:lnSpc>
                <a:spcPct val="100000"/>
              </a:lnSpc>
              <a:defRPr sz="1600" baseline="0">
                <a:solidFill>
                  <a:srgbClr val="3D555E"/>
                </a:solidFill>
              </a:defRPr>
            </a:lvl1pPr>
            <a:lvl2pPr marL="685800" indent="-228600">
              <a:lnSpc>
                <a:spcPct val="100000"/>
              </a:lnSpc>
              <a:buFont typeface="Arial" panose="020B0604020202020204" pitchFamily="34" charset="0"/>
              <a:buChar char="•"/>
              <a:defRPr sz="1600" baseline="0">
                <a:solidFill>
                  <a:srgbClr val="3D555E"/>
                </a:solidFill>
              </a:defRPr>
            </a:lvl2pPr>
            <a:lvl3pPr>
              <a:lnSpc>
                <a:spcPct val="100000"/>
              </a:lnSpc>
              <a:defRPr sz="1600" baseline="0">
                <a:solidFill>
                  <a:srgbClr val="3D555E"/>
                </a:solidFill>
              </a:defRPr>
            </a:lvl3pPr>
            <a:lvl4pPr>
              <a:lnSpc>
                <a:spcPct val="100000"/>
              </a:lnSpc>
              <a:defRPr sz="1600" baseline="0">
                <a:solidFill>
                  <a:srgbClr val="3D555E"/>
                </a:solidFill>
              </a:defRPr>
            </a:lvl4pPr>
            <a:lvl5pPr>
              <a:lnSpc>
                <a:spcPct val="100000"/>
              </a:lnSpc>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36883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2932B-704F-7E4C-95CE-C702C09D9DAF}"/>
              </a:ext>
            </a:extLst>
          </p:cNvPr>
          <p:cNvSpPr>
            <a:spLocks noGrp="1"/>
          </p:cNvSpPr>
          <p:nvPr>
            <p:ph type="title"/>
          </p:nvPr>
        </p:nvSpPr>
        <p:spPr>
          <a:xfrm>
            <a:off x="504000" y="504000"/>
            <a:ext cx="10256149" cy="1325563"/>
          </a:xfrm>
        </p:spPr>
        <p:txBody>
          <a:bodyPr lIns="0" tIns="0" rIns="0" bIns="0" anchor="t" anchorCtr="0">
            <a:noAutofit/>
          </a:bodyPr>
          <a:lstStyle>
            <a:lvl1pPr>
              <a:defRPr sz="4000" baseline="0">
                <a:solidFill>
                  <a:srgbClr val="3D555E"/>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C62BD5C-7E08-E14E-8A15-D55B1E415C40}"/>
              </a:ext>
            </a:extLst>
          </p:cNvPr>
          <p:cNvSpPr>
            <a:spLocks noGrp="1"/>
          </p:cNvSpPr>
          <p:nvPr>
            <p:ph sz="half" idx="1"/>
          </p:nvPr>
        </p:nvSpPr>
        <p:spPr>
          <a:xfrm>
            <a:off x="504000" y="2016000"/>
            <a:ext cx="5515800" cy="4101265"/>
          </a:xfrm>
        </p:spPr>
        <p:txBody>
          <a:bodyPr lIns="0" tIns="0" rIns="0" bIns="0">
            <a:normAutofit/>
          </a:bodyPr>
          <a:lstStyle>
            <a:lvl1pPr>
              <a:lnSpc>
                <a:spcPct val="120000"/>
              </a:lnSpc>
              <a:defRPr sz="1600" baseline="0">
                <a:solidFill>
                  <a:srgbClr val="3D555E"/>
                </a:solidFill>
              </a:defRPr>
            </a:lvl1pPr>
            <a:lvl2pPr>
              <a:lnSpc>
                <a:spcPct val="120000"/>
              </a:lnSpc>
              <a:defRPr sz="1600" baseline="0">
                <a:solidFill>
                  <a:srgbClr val="3D555E"/>
                </a:solidFill>
              </a:defRPr>
            </a:lvl2pPr>
            <a:lvl3pPr>
              <a:lnSpc>
                <a:spcPct val="120000"/>
              </a:lnSpc>
              <a:defRPr sz="1600" baseline="0">
                <a:solidFill>
                  <a:srgbClr val="3D555E"/>
                </a:solidFill>
              </a:defRPr>
            </a:lvl3pPr>
            <a:lvl4pPr>
              <a:lnSpc>
                <a:spcPct val="120000"/>
              </a:lnSpc>
              <a:defRPr sz="1600" baseline="0">
                <a:solidFill>
                  <a:srgbClr val="3D555E"/>
                </a:solidFill>
              </a:defRPr>
            </a:lvl4pPr>
            <a:lvl5pPr>
              <a:lnSpc>
                <a:spcPct val="120000"/>
              </a:lnSpc>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A2823C-98A0-6D44-888E-DFF5AA62ED02}"/>
              </a:ext>
            </a:extLst>
          </p:cNvPr>
          <p:cNvSpPr>
            <a:spLocks noGrp="1"/>
          </p:cNvSpPr>
          <p:nvPr>
            <p:ph sz="half" idx="2"/>
          </p:nvPr>
        </p:nvSpPr>
        <p:spPr>
          <a:xfrm>
            <a:off x="6172200" y="2016000"/>
            <a:ext cx="5515800" cy="4101265"/>
          </a:xfrm>
        </p:spPr>
        <p:txBody>
          <a:bodyPr lIns="0" tIns="0" rIns="0" bIns="0">
            <a:normAutofit/>
          </a:bodyPr>
          <a:lstStyle>
            <a:lvl1pPr>
              <a:defRPr sz="1600" baseline="0">
                <a:solidFill>
                  <a:srgbClr val="3D555E"/>
                </a:solidFill>
              </a:defRPr>
            </a:lvl1pPr>
            <a:lvl2pPr>
              <a:defRPr sz="1600" baseline="0">
                <a:solidFill>
                  <a:srgbClr val="3D555E"/>
                </a:solidFill>
              </a:defRPr>
            </a:lvl2pPr>
            <a:lvl3pPr>
              <a:defRPr sz="1600" baseline="0">
                <a:solidFill>
                  <a:srgbClr val="3D555E"/>
                </a:solidFill>
              </a:defRPr>
            </a:lvl3pPr>
            <a:lvl4pPr>
              <a:defRPr sz="1600" baseline="0">
                <a:solidFill>
                  <a:srgbClr val="3D555E"/>
                </a:solidFill>
              </a:defRPr>
            </a:lvl4pPr>
            <a:lvl5pPr>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a:extLst>
              <a:ext uri="{FF2B5EF4-FFF2-40B4-BE49-F238E27FC236}">
                <a16:creationId xmlns:a16="http://schemas.microsoft.com/office/drawing/2014/main" id="{DDBCC1CF-5FED-D34E-A3FD-A607FE8AD311}"/>
              </a:ext>
            </a:extLst>
          </p:cNvPr>
          <p:cNvSpPr>
            <a:spLocks noGrp="1"/>
          </p:cNvSpPr>
          <p:nvPr>
            <p:ph type="ftr" sz="quarter" idx="11"/>
          </p:nvPr>
        </p:nvSpPr>
        <p:spPr>
          <a:xfrm>
            <a:off x="921248" y="6356351"/>
            <a:ext cx="4031751" cy="245928"/>
          </a:xfrm>
        </p:spPr>
        <p:txBody>
          <a:bodyPr lIns="0" tIns="0" rIns="0" bIns="0"/>
          <a:lstStyle>
            <a:lvl1pPr algn="l">
              <a:defRPr baseline="0">
                <a:solidFill>
                  <a:srgbClr val="3D555E"/>
                </a:solidFill>
              </a:defRPr>
            </a:lvl1pPr>
          </a:lstStyle>
          <a:p>
            <a:r>
              <a:rPr lang="en-US"/>
              <a:t>Provision of Asset Consulting Service to AJ Gleeson – Financial Advisers</a:t>
            </a:r>
          </a:p>
        </p:txBody>
      </p:sp>
      <p:sp>
        <p:nvSpPr>
          <p:cNvPr id="7" name="Slide Number Placeholder 6">
            <a:extLst>
              <a:ext uri="{FF2B5EF4-FFF2-40B4-BE49-F238E27FC236}">
                <a16:creationId xmlns:a16="http://schemas.microsoft.com/office/drawing/2014/main" id="{92836645-D482-B749-9FF5-057D5E31C5FD}"/>
              </a:ext>
            </a:extLst>
          </p:cNvPr>
          <p:cNvSpPr>
            <a:spLocks noGrp="1"/>
          </p:cNvSpPr>
          <p:nvPr>
            <p:ph type="sldNum" sz="quarter" idx="12"/>
          </p:nvPr>
        </p:nvSpPr>
        <p:spPr>
          <a:xfrm>
            <a:off x="504000" y="6356350"/>
            <a:ext cx="417249" cy="245929"/>
          </a:xfrm>
        </p:spPr>
        <p:txBody>
          <a:bodyPr/>
          <a:lstStyle>
            <a:lvl1pPr algn="l">
              <a:defRPr baseline="0">
                <a:solidFill>
                  <a:srgbClr val="76C204"/>
                </a:solidFill>
              </a:defRPr>
            </a:lvl1pPr>
          </a:lstStyle>
          <a:p>
            <a:fld id="{C88128C6-A6A3-394B-86F9-39BAF5F56AAC}" type="slidenum">
              <a:rPr lang="en-US" smtClean="0"/>
              <a:pPr/>
              <a:t>‹#›</a:t>
            </a:fld>
            <a:endParaRPr lang="en-US"/>
          </a:p>
        </p:txBody>
      </p:sp>
    </p:spTree>
    <p:extLst>
      <p:ext uri="{BB962C8B-B14F-4D97-AF65-F5344CB8AC3E}">
        <p14:creationId xmlns:p14="http://schemas.microsoft.com/office/powerpoint/2010/main" val="975226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40943-6353-4E49-AAAA-1BBB4E69FC06}"/>
              </a:ext>
            </a:extLst>
          </p:cNvPr>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06956295-BA74-E24F-A50F-BD169E0ACED5}"/>
              </a:ext>
            </a:extLst>
          </p:cNvPr>
          <p:cNvSpPr>
            <a:spLocks noGrp="1"/>
          </p:cNvSpPr>
          <p:nvPr>
            <p:ph type="ftr" sz="quarter" idx="10"/>
          </p:nvPr>
        </p:nvSpPr>
        <p:spPr/>
        <p:txBody>
          <a:bodyPr/>
          <a:lstStyle/>
          <a:p>
            <a:r>
              <a:rPr lang="en-US"/>
              <a:t>Provision of Asset Consulting Service to AJ Gleeson – Financial Advisers</a:t>
            </a:r>
          </a:p>
        </p:txBody>
      </p:sp>
      <p:sp>
        <p:nvSpPr>
          <p:cNvPr id="4" name="Slide Number Placeholder 3">
            <a:extLst>
              <a:ext uri="{FF2B5EF4-FFF2-40B4-BE49-F238E27FC236}">
                <a16:creationId xmlns:a16="http://schemas.microsoft.com/office/drawing/2014/main" id="{E54E0610-31B3-5D40-8931-7C87F91CE223}"/>
              </a:ext>
            </a:extLst>
          </p:cNvPr>
          <p:cNvSpPr>
            <a:spLocks noGrp="1"/>
          </p:cNvSpPr>
          <p:nvPr>
            <p:ph type="sldNum" sz="quarter" idx="11"/>
          </p:nvPr>
        </p:nvSpPr>
        <p:spPr/>
        <p:txBody>
          <a:bodyPr/>
          <a:lstStyle/>
          <a:p>
            <a:fld id="{C88128C6-A6A3-394B-86F9-39BAF5F56AAC}" type="slidenum">
              <a:rPr lang="en-US" smtClean="0"/>
              <a:pPr/>
              <a:t>‹#›</a:t>
            </a:fld>
            <a:endParaRPr lang="en-US"/>
          </a:p>
        </p:txBody>
      </p:sp>
      <p:sp>
        <p:nvSpPr>
          <p:cNvPr id="5" name="Content Placeholder 2">
            <a:extLst>
              <a:ext uri="{FF2B5EF4-FFF2-40B4-BE49-F238E27FC236}">
                <a16:creationId xmlns:a16="http://schemas.microsoft.com/office/drawing/2014/main" id="{EDB0D13B-E367-BF49-BE83-7222E0F1BF78}"/>
              </a:ext>
            </a:extLst>
          </p:cNvPr>
          <p:cNvSpPr>
            <a:spLocks noGrp="1"/>
          </p:cNvSpPr>
          <p:nvPr>
            <p:ph sz="half" idx="1"/>
          </p:nvPr>
        </p:nvSpPr>
        <p:spPr>
          <a:xfrm>
            <a:off x="504000" y="2015999"/>
            <a:ext cx="5515800" cy="4101266"/>
          </a:xfrm>
        </p:spPr>
        <p:txBody>
          <a:bodyPr lIns="0" tIns="0" rIns="0" bIns="0">
            <a:normAutofit/>
          </a:bodyPr>
          <a:lstStyle>
            <a:lvl1pPr>
              <a:defRPr sz="1600" baseline="0">
                <a:solidFill>
                  <a:srgbClr val="3D555E"/>
                </a:solidFill>
              </a:defRPr>
            </a:lvl1pPr>
            <a:lvl2pPr>
              <a:defRPr sz="1600" baseline="0">
                <a:solidFill>
                  <a:srgbClr val="3D555E"/>
                </a:solidFill>
              </a:defRPr>
            </a:lvl2pPr>
            <a:lvl3pPr>
              <a:defRPr sz="1600" baseline="0">
                <a:solidFill>
                  <a:srgbClr val="3D555E"/>
                </a:solidFill>
              </a:defRPr>
            </a:lvl3pPr>
            <a:lvl4pPr>
              <a:defRPr sz="1600" baseline="0">
                <a:solidFill>
                  <a:srgbClr val="3D555E"/>
                </a:solidFill>
              </a:defRPr>
            </a:lvl4pPr>
            <a:lvl5pPr>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3">
            <a:extLst>
              <a:ext uri="{FF2B5EF4-FFF2-40B4-BE49-F238E27FC236}">
                <a16:creationId xmlns:a16="http://schemas.microsoft.com/office/drawing/2014/main" id="{5896C0D4-4911-2E40-A9A3-A53A766B61EF}"/>
              </a:ext>
            </a:extLst>
          </p:cNvPr>
          <p:cNvSpPr>
            <a:spLocks noGrp="1"/>
          </p:cNvSpPr>
          <p:nvPr>
            <p:ph sz="half" idx="2"/>
          </p:nvPr>
        </p:nvSpPr>
        <p:spPr>
          <a:xfrm>
            <a:off x="6172200" y="2016001"/>
            <a:ext cx="5515800" cy="4101264"/>
          </a:xfrm>
        </p:spPr>
        <p:txBody>
          <a:bodyPr lIns="0" tIns="0" rIns="0" bIns="0">
            <a:normAutofit/>
          </a:bodyPr>
          <a:lstStyle>
            <a:lvl1pPr>
              <a:defRPr sz="1600" baseline="0">
                <a:solidFill>
                  <a:srgbClr val="3D555E"/>
                </a:solidFill>
              </a:defRPr>
            </a:lvl1pPr>
            <a:lvl2pPr>
              <a:defRPr sz="1600" baseline="0">
                <a:solidFill>
                  <a:srgbClr val="3D555E"/>
                </a:solidFill>
              </a:defRPr>
            </a:lvl2pPr>
            <a:lvl3pPr>
              <a:defRPr sz="1600" baseline="0">
                <a:solidFill>
                  <a:srgbClr val="3D555E"/>
                </a:solidFill>
              </a:defRPr>
            </a:lvl3pPr>
            <a:lvl4pPr>
              <a:defRPr sz="1600" baseline="0">
                <a:solidFill>
                  <a:srgbClr val="3D555E"/>
                </a:solidFill>
              </a:defRPr>
            </a:lvl4pPr>
            <a:lvl5pPr>
              <a:defRPr sz="1600" baseline="0">
                <a:solidFill>
                  <a:srgbClr val="3D555E"/>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976196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5D35-2C04-2F48-A31E-1E4B4EF8112F}"/>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2E67C2F6-2E44-6C45-9F18-9A66C3DF19D7}"/>
              </a:ext>
            </a:extLst>
          </p:cNvPr>
          <p:cNvSpPr>
            <a:spLocks noGrp="1"/>
          </p:cNvSpPr>
          <p:nvPr>
            <p:ph type="ftr" sz="quarter" idx="11"/>
          </p:nvPr>
        </p:nvSpPr>
        <p:spPr/>
        <p:txBody>
          <a:bodyPr/>
          <a:lstStyle/>
          <a:p>
            <a:r>
              <a:rPr lang="en-US"/>
              <a:t>Provision of Asset Consulting Service to AJ Gleeson – Financial Advisers</a:t>
            </a:r>
          </a:p>
        </p:txBody>
      </p:sp>
      <p:sp>
        <p:nvSpPr>
          <p:cNvPr id="5" name="Slide Number Placeholder 4">
            <a:extLst>
              <a:ext uri="{FF2B5EF4-FFF2-40B4-BE49-F238E27FC236}">
                <a16:creationId xmlns:a16="http://schemas.microsoft.com/office/drawing/2014/main" id="{7A077A83-1E53-7842-A72C-E3C0CE83C5F5}"/>
              </a:ext>
            </a:extLst>
          </p:cNvPr>
          <p:cNvSpPr>
            <a:spLocks noGrp="1"/>
          </p:cNvSpPr>
          <p:nvPr>
            <p:ph type="sldNum" sz="quarter" idx="12"/>
          </p:nvPr>
        </p:nvSpPr>
        <p:spPr/>
        <p:txBody>
          <a:bodyPr/>
          <a:lstStyle/>
          <a:p>
            <a:fld id="{C88128C6-A6A3-394B-86F9-39BAF5F56AAC}" type="slidenum">
              <a:rPr lang="en-US" smtClean="0"/>
              <a:t>‹#›</a:t>
            </a:fld>
            <a:endParaRPr lang="en-US"/>
          </a:p>
        </p:txBody>
      </p:sp>
    </p:spTree>
    <p:extLst>
      <p:ext uri="{BB962C8B-B14F-4D97-AF65-F5344CB8AC3E}">
        <p14:creationId xmlns:p14="http://schemas.microsoft.com/office/powerpoint/2010/main" val="2179911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5D35-2C04-2F48-A31E-1E4B4EF8112F}"/>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2E67C2F6-2E44-6C45-9F18-9A66C3DF19D7}"/>
              </a:ext>
            </a:extLst>
          </p:cNvPr>
          <p:cNvSpPr>
            <a:spLocks noGrp="1"/>
          </p:cNvSpPr>
          <p:nvPr>
            <p:ph type="ftr" sz="quarter" idx="11"/>
          </p:nvPr>
        </p:nvSpPr>
        <p:spPr/>
        <p:txBody>
          <a:bodyPr/>
          <a:lstStyle/>
          <a:p>
            <a:r>
              <a:rPr lang="en-US"/>
              <a:t>Provision of Asset Consulting Service to AJ Gleeson – Financial Advisers</a:t>
            </a:r>
          </a:p>
        </p:txBody>
      </p:sp>
      <p:sp>
        <p:nvSpPr>
          <p:cNvPr id="5" name="Slide Number Placeholder 4">
            <a:extLst>
              <a:ext uri="{FF2B5EF4-FFF2-40B4-BE49-F238E27FC236}">
                <a16:creationId xmlns:a16="http://schemas.microsoft.com/office/drawing/2014/main" id="{7A077A83-1E53-7842-A72C-E3C0CE83C5F5}"/>
              </a:ext>
            </a:extLst>
          </p:cNvPr>
          <p:cNvSpPr>
            <a:spLocks noGrp="1"/>
          </p:cNvSpPr>
          <p:nvPr>
            <p:ph type="sldNum" sz="quarter" idx="12"/>
          </p:nvPr>
        </p:nvSpPr>
        <p:spPr/>
        <p:txBody>
          <a:bodyPr/>
          <a:lstStyle/>
          <a:p>
            <a:fld id="{C88128C6-A6A3-394B-86F9-39BAF5F56AAC}" type="slidenum">
              <a:rPr lang="en-US" smtClean="0"/>
              <a:t>‹#›</a:t>
            </a:fld>
            <a:endParaRPr lang="en-US"/>
          </a:p>
        </p:txBody>
      </p:sp>
      <p:graphicFrame>
        <p:nvGraphicFramePr>
          <p:cNvPr id="6" name="Table 3">
            <a:extLst>
              <a:ext uri="{FF2B5EF4-FFF2-40B4-BE49-F238E27FC236}">
                <a16:creationId xmlns:a16="http://schemas.microsoft.com/office/drawing/2014/main" id="{6F544CD5-A46B-E14A-9A43-2C3A523FE944}"/>
              </a:ext>
            </a:extLst>
          </p:cNvPr>
          <p:cNvGraphicFramePr>
            <a:graphicFrameLocks noGrp="1"/>
          </p:cNvGraphicFramePr>
          <p:nvPr userDrawn="1">
            <p:extLst>
              <p:ext uri="{D42A27DB-BD31-4B8C-83A1-F6EECF244321}">
                <p14:modId xmlns:p14="http://schemas.microsoft.com/office/powerpoint/2010/main" val="38865079"/>
              </p:ext>
            </p:extLst>
          </p:nvPr>
        </p:nvGraphicFramePr>
        <p:xfrm>
          <a:off x="503999" y="1984745"/>
          <a:ext cx="11170550" cy="3981417"/>
        </p:xfrm>
        <a:graphic>
          <a:graphicData uri="http://schemas.openxmlformats.org/drawingml/2006/table">
            <a:tbl>
              <a:tblPr firstRow="1" bandRow="1">
                <a:tableStyleId>{793D81CF-94F2-401A-BA57-92F5A7B2D0C5}</a:tableStyleId>
              </a:tblPr>
              <a:tblGrid>
                <a:gridCol w="1558717">
                  <a:extLst>
                    <a:ext uri="{9D8B030D-6E8A-4147-A177-3AD203B41FA5}">
                      <a16:colId xmlns:a16="http://schemas.microsoft.com/office/drawing/2014/main" val="1985296072"/>
                    </a:ext>
                  </a:extLst>
                </a:gridCol>
                <a:gridCol w="1750828">
                  <a:extLst>
                    <a:ext uri="{9D8B030D-6E8A-4147-A177-3AD203B41FA5}">
                      <a16:colId xmlns:a16="http://schemas.microsoft.com/office/drawing/2014/main" val="3340708001"/>
                    </a:ext>
                  </a:extLst>
                </a:gridCol>
                <a:gridCol w="2105247">
                  <a:extLst>
                    <a:ext uri="{9D8B030D-6E8A-4147-A177-3AD203B41FA5}">
                      <a16:colId xmlns:a16="http://schemas.microsoft.com/office/drawing/2014/main" val="1126923877"/>
                    </a:ext>
                  </a:extLst>
                </a:gridCol>
                <a:gridCol w="2126511">
                  <a:extLst>
                    <a:ext uri="{9D8B030D-6E8A-4147-A177-3AD203B41FA5}">
                      <a16:colId xmlns:a16="http://schemas.microsoft.com/office/drawing/2014/main" val="1892620863"/>
                    </a:ext>
                  </a:extLst>
                </a:gridCol>
                <a:gridCol w="3629247">
                  <a:extLst>
                    <a:ext uri="{9D8B030D-6E8A-4147-A177-3AD203B41FA5}">
                      <a16:colId xmlns:a16="http://schemas.microsoft.com/office/drawing/2014/main" val="1900792257"/>
                    </a:ext>
                  </a:extLst>
                </a:gridCol>
              </a:tblGrid>
              <a:tr h="4905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a:solidFill>
                            <a:schemeClr val="lt1"/>
                          </a:solidFill>
                          <a:effectLst/>
                        </a:rPr>
                        <a:t>Position</a:t>
                      </a:r>
                      <a:endParaRPr lang="en-AU" sz="1200" b="1" kern="1200" baseline="0">
                        <a:solidFill>
                          <a:schemeClr val="lt1"/>
                        </a:solidFill>
                        <a:effectLst/>
                        <a:latin typeface="+mn-lt"/>
                        <a:ea typeface="+mn-ea"/>
                        <a:cs typeface="+mn-cs"/>
                      </a:endParaRPr>
                    </a:p>
                  </a:txBody>
                  <a:tcPr marL="72000" marR="36000" marT="72000" marB="36000">
                    <a:lnL w="3175" cap="flat" cmpd="sng" algn="ctr">
                      <a:noFill/>
                      <a:prstDash val="solid"/>
                      <a:round/>
                      <a:headEnd type="none" w="med" len="med"/>
                      <a:tailEnd type="none" w="med" len="med"/>
                    </a:lnL>
                    <a:lnR>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AU" sz="1200" b="1" baseline="0">
                          <a:solidFill>
                            <a:srgbClr val="FFFFFF"/>
                          </a:solidFill>
                          <a:effectLst/>
                        </a:rPr>
                        <a:t>Name</a:t>
                      </a:r>
                      <a:endParaRPr lang="en-AU" sz="1200" baseline="0">
                        <a:solidFill>
                          <a:srgbClr val="FFFFFF"/>
                        </a:solidFill>
                        <a:effectLst/>
                        <a:latin typeface="Arial" panose="020B0604020202020204" pitchFamily="34" charset="0"/>
                      </a:endParaRPr>
                    </a:p>
                  </a:txBody>
                  <a:tcPr marL="72000" marR="36000" marT="72000" marB="36000">
                    <a:lnL>
                      <a:noFill/>
                    </a:lnL>
                    <a:lnR>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0000"/>
                        <a:lumOff val="40000"/>
                      </a:schemeClr>
                    </a:solidFill>
                  </a:tcPr>
                </a:tc>
                <a:tc>
                  <a:txBody>
                    <a:bodyPr/>
                    <a:lstStyle/>
                    <a:p>
                      <a:r>
                        <a:rPr lang="en-AU" sz="1200" b="1" baseline="0">
                          <a:solidFill>
                            <a:srgbClr val="FFFFFF"/>
                          </a:solidFill>
                          <a:effectLst/>
                        </a:rPr>
                        <a:t>Qualifications</a:t>
                      </a:r>
                      <a:endParaRPr lang="en-AU" sz="1200" baseline="0">
                        <a:solidFill>
                          <a:srgbClr val="FFFFFF"/>
                        </a:solidFill>
                        <a:effectLst/>
                        <a:latin typeface="Arial" panose="020B0604020202020204" pitchFamily="34" charset="0"/>
                      </a:endParaRPr>
                    </a:p>
                  </a:txBody>
                  <a:tcPr marL="72000" marR="36000" marT="72000" marB="36000">
                    <a:lnL>
                      <a:noFill/>
                    </a:lnL>
                    <a:lnR>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0000"/>
                        <a:lumOff val="40000"/>
                      </a:schemeClr>
                    </a:solidFill>
                  </a:tcPr>
                </a:tc>
                <a:tc>
                  <a:txBody>
                    <a:bodyPr/>
                    <a:lstStyle/>
                    <a:p>
                      <a:r>
                        <a:rPr lang="en-AU" sz="1200" b="1" baseline="0">
                          <a:solidFill>
                            <a:srgbClr val="FFFFFF"/>
                          </a:solidFill>
                          <a:effectLst/>
                        </a:rPr>
                        <a:t>Relevant Experience Years</a:t>
                      </a:r>
                      <a:endParaRPr lang="en-AU" sz="1200" baseline="0">
                        <a:solidFill>
                          <a:srgbClr val="FFFFFF"/>
                        </a:solidFill>
                        <a:effectLst/>
                        <a:latin typeface="Arial" panose="020B0604020202020204" pitchFamily="34" charset="0"/>
                      </a:endParaRPr>
                    </a:p>
                  </a:txBody>
                  <a:tcPr marL="72000" marR="36000" marT="72000" marB="36000">
                    <a:lnL>
                      <a:noFill/>
                    </a:lnL>
                    <a:lnR>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0000"/>
                        <a:lumOff val="40000"/>
                      </a:schemeClr>
                    </a:solidFill>
                  </a:tcPr>
                </a:tc>
                <a:tc>
                  <a:txBody>
                    <a:bodyPr/>
                    <a:lstStyle/>
                    <a:p>
                      <a:r>
                        <a:rPr lang="en-AU" sz="1200" b="1" baseline="0">
                          <a:solidFill>
                            <a:srgbClr val="FFFFFF"/>
                          </a:solidFill>
                          <a:effectLst/>
                        </a:rPr>
                        <a:t>Relevant Previous Experience</a:t>
                      </a:r>
                      <a:endParaRPr lang="en-AU" sz="1200" baseline="0">
                        <a:solidFill>
                          <a:srgbClr val="FFFFFF"/>
                        </a:solidFill>
                        <a:effectLst/>
                        <a:latin typeface="Arial" panose="020B0604020202020204" pitchFamily="34" charset="0"/>
                      </a:endParaRPr>
                    </a:p>
                  </a:txBody>
                  <a:tcPr marL="72000" marR="36000" marT="72000" marB="36000">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0000"/>
                        <a:lumOff val="40000"/>
                      </a:schemeClr>
                    </a:solidFill>
                  </a:tcPr>
                </a:tc>
                <a:extLst>
                  <a:ext uri="{0D108BD9-81ED-4DB2-BD59-A6C34878D82A}">
                    <a16:rowId xmlns:a16="http://schemas.microsoft.com/office/drawing/2014/main" val="1608454277"/>
                  </a:ext>
                </a:extLst>
              </a:tr>
              <a:tr h="651799">
                <a:tc>
                  <a:txBody>
                    <a:bodyPr/>
                    <a:lstStyle/>
                    <a:p>
                      <a:r>
                        <a:rPr lang="en-AU" sz="1200" baseline="0">
                          <a:solidFill>
                            <a:srgbClr val="3D555E"/>
                          </a:solidFill>
                          <a:effectLst/>
                        </a:rPr>
                        <a:t>Lead Consultant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Jake Jodlowski</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B.Bus, FCCA, </a:t>
                      </a:r>
                      <a:r>
                        <a:rPr lang="en-AU" sz="1200" baseline="0" err="1">
                          <a:solidFill>
                            <a:srgbClr val="3D555E"/>
                          </a:solidFill>
                          <a:effectLst/>
                        </a:rPr>
                        <a:t>M.Appl</a:t>
                      </a:r>
                      <a:r>
                        <a:rPr lang="en-AU" sz="1200" baseline="0">
                          <a:solidFill>
                            <a:srgbClr val="3D555E"/>
                          </a:solidFill>
                          <a:effectLst/>
                        </a:rPr>
                        <a:t> Fin, </a:t>
                      </a:r>
                      <a:r>
                        <a:rPr lang="en-AU" sz="1200" baseline="0" err="1">
                          <a:solidFill>
                            <a:srgbClr val="3D555E"/>
                          </a:solidFill>
                          <a:effectLst/>
                        </a:rPr>
                        <a:t>F.Finsia</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28</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PwC (Lnd), Buzzacott &amp; Co (Lnd),Buzzacott Investment Management (Lnd), Select Managed Funds (Hobart &amp; Melb), IOOF (Melb &amp; Sydney)</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79253961"/>
                  </a:ext>
                </a:extLst>
              </a:tr>
              <a:tr h="436066">
                <a:tc>
                  <a:txBody>
                    <a:bodyPr/>
                    <a:lstStyle/>
                    <a:p>
                      <a:r>
                        <a:rPr lang="en-AU" sz="1200" baseline="0">
                          <a:solidFill>
                            <a:srgbClr val="3D555E"/>
                          </a:solidFill>
                          <a:effectLst/>
                        </a:rPr>
                        <a:t>Principal</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Kevin Toohey</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err="1">
                          <a:solidFill>
                            <a:srgbClr val="3D555E"/>
                          </a:solidFill>
                          <a:effectLst/>
                        </a:rPr>
                        <a:t>B.Com</a:t>
                      </a:r>
                      <a:r>
                        <a:rPr lang="en-AU" sz="1200" baseline="0">
                          <a:solidFill>
                            <a:srgbClr val="3D555E"/>
                          </a:solidFill>
                          <a:effectLst/>
                        </a:rPr>
                        <a:t> Sc, </a:t>
                      </a:r>
                      <a:r>
                        <a:rPr lang="en-AU" sz="1200" baseline="0" err="1">
                          <a:solidFill>
                            <a:srgbClr val="3D555E"/>
                          </a:solidFill>
                          <a:effectLst/>
                        </a:rPr>
                        <a:t>M.Appl</a:t>
                      </a:r>
                      <a:r>
                        <a:rPr lang="en-AU" sz="1200" baseline="0">
                          <a:solidFill>
                            <a:srgbClr val="3D555E"/>
                          </a:solidFill>
                          <a:effectLst/>
                        </a:rPr>
                        <a:t> Fin</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19</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Australian Indices (</a:t>
                      </a:r>
                      <a:r>
                        <a:rPr lang="en-AU" sz="1200" baseline="0" err="1">
                          <a:solidFill>
                            <a:srgbClr val="3D555E"/>
                          </a:solidFill>
                          <a:effectLst/>
                        </a:rPr>
                        <a:t>Melb</a:t>
                      </a:r>
                      <a:r>
                        <a:rPr lang="en-AU" sz="1200" baseline="0">
                          <a:solidFill>
                            <a:srgbClr val="3D555E"/>
                          </a:solidFill>
                          <a:effectLst/>
                        </a:rPr>
                        <a: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8699480"/>
                  </a:ext>
                </a:extLst>
              </a:tr>
              <a:tr h="436066">
                <a:tc>
                  <a:txBody>
                    <a:bodyPr/>
                    <a:lstStyle/>
                    <a:p>
                      <a:r>
                        <a:rPr lang="en-AU" sz="1200" baseline="0">
                          <a:solidFill>
                            <a:srgbClr val="3D555E"/>
                          </a:solidFill>
                          <a:effectLst/>
                        </a:rPr>
                        <a:t>Principal</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Peter </a:t>
                      </a:r>
                      <a:r>
                        <a:rPr lang="en-AU" sz="1200" baseline="0" err="1">
                          <a:solidFill>
                            <a:srgbClr val="3D555E"/>
                          </a:solidFill>
                          <a:effectLst/>
                        </a:rPr>
                        <a:t>Wiliamson</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err="1">
                          <a:solidFill>
                            <a:srgbClr val="3D555E"/>
                          </a:solidFill>
                          <a:effectLst/>
                        </a:rPr>
                        <a:t>B.Sc</a:t>
                      </a:r>
                      <a:r>
                        <a:rPr lang="en-AU" sz="1200" baseline="0">
                          <a:solidFill>
                            <a:srgbClr val="3D555E"/>
                          </a:solidFill>
                          <a:effectLst/>
                        </a:rPr>
                        <a:t>, FIAA, </a:t>
                      </a:r>
                      <a:r>
                        <a:rPr lang="en-AU" sz="1200" baseline="0" err="1">
                          <a:solidFill>
                            <a:srgbClr val="3D555E"/>
                          </a:solidFill>
                          <a:effectLst/>
                        </a:rPr>
                        <a:t>Snr.Finsia</a:t>
                      </a:r>
                      <a:r>
                        <a:rPr lang="en-AU" sz="1200" baseline="0">
                          <a:solidFill>
                            <a:srgbClr val="3D555E"/>
                          </a:solidFill>
                          <a:effectLst/>
                        </a:rPr>
                        <a:t>, AICD</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31</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Wm M Mercer, PwC, Counterpoint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6920294"/>
                  </a:ext>
                </a:extLst>
              </a:tr>
              <a:tr h="490529">
                <a:tc>
                  <a:txBody>
                    <a:bodyPr/>
                    <a:lstStyle/>
                    <a:p>
                      <a:r>
                        <a:rPr lang="en-AU" sz="1200" baseline="0">
                          <a:solidFill>
                            <a:srgbClr val="3D555E"/>
                          </a:solidFill>
                          <a:effectLst/>
                        </a:rPr>
                        <a:t>Senior Investment Analyst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Chris Owens</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err="1">
                          <a:solidFill>
                            <a:srgbClr val="3D555E"/>
                          </a:solidFill>
                          <a:effectLst/>
                        </a:rPr>
                        <a:t>B.Comm</a:t>
                      </a:r>
                      <a:r>
                        <a:rPr lang="en-AU" sz="1200" baseline="0">
                          <a:solidFill>
                            <a:srgbClr val="3D555E"/>
                          </a:solidFill>
                          <a:effectLst/>
                        </a:rPr>
                        <a:t>, </a:t>
                      </a:r>
                      <a:r>
                        <a:rPr lang="en-AU" sz="1200" baseline="0" err="1">
                          <a:solidFill>
                            <a:srgbClr val="3D555E"/>
                          </a:solidFill>
                          <a:effectLst/>
                        </a:rPr>
                        <a:t>M.Econ</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4</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Waterford Accountants, NAB</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1348117"/>
                  </a:ext>
                </a:extLst>
              </a:tr>
              <a:tr h="490529">
                <a:tc>
                  <a:txBody>
                    <a:bodyPr/>
                    <a:lstStyle/>
                    <a:p>
                      <a:r>
                        <a:rPr lang="en-AU" sz="1200" baseline="0">
                          <a:solidFill>
                            <a:srgbClr val="3D555E"/>
                          </a:solidFill>
                          <a:effectLst/>
                        </a:rPr>
                        <a:t>Investment Analyst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Alan Au</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B.Med Radiation, M.Comm, CFA Level 1</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4</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Latrobe Financial, </a:t>
                      </a:r>
                      <a:r>
                        <a:rPr lang="en-AU" sz="1200" baseline="0" err="1">
                          <a:solidFill>
                            <a:srgbClr val="3D555E"/>
                          </a:solidFill>
                          <a:effectLst/>
                        </a:rPr>
                        <a:t>Escala</a:t>
                      </a:r>
                      <a:r>
                        <a:rPr lang="en-AU" sz="1200" baseline="0">
                          <a:solidFill>
                            <a:srgbClr val="3D555E"/>
                          </a:solidFill>
                          <a:effectLst/>
                        </a:rPr>
                        <a:t> Partners</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2835592"/>
                  </a:ext>
                </a:extLst>
              </a:tr>
              <a:tr h="490529">
                <a:tc>
                  <a:txBody>
                    <a:bodyPr/>
                    <a:lstStyle/>
                    <a:p>
                      <a:r>
                        <a:rPr lang="en-AU" sz="1200" baseline="0">
                          <a:solidFill>
                            <a:srgbClr val="3D555E"/>
                          </a:solidFill>
                          <a:effectLst/>
                        </a:rPr>
                        <a:t>Investment Analyst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William Loebis-Arnost </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Dip Bus Technology, MBA, Grad Dip Fin Planning</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11</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Snap Innovations, Australian Stock Report, Wattle Partners Private Wealth</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4479041"/>
                  </a:ext>
                </a:extLst>
              </a:tr>
              <a:tr h="490529">
                <a:tc>
                  <a:txBody>
                    <a:bodyPr/>
                    <a:lstStyle/>
                    <a:p>
                      <a:r>
                        <a:rPr lang="en-AU" sz="1200" baseline="0">
                          <a:solidFill>
                            <a:srgbClr val="3D555E"/>
                          </a:solidFill>
                          <a:effectLst/>
                        </a:rPr>
                        <a:t>Data Analyst </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AU" sz="1200" baseline="0">
                          <a:solidFill>
                            <a:srgbClr val="3D555E"/>
                          </a:solidFill>
                          <a:effectLst/>
                        </a:rPr>
                        <a:t>Ye Peng</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a:solidFill>
                            <a:srgbClr val="3D555E"/>
                          </a:solidFill>
                          <a:effectLst/>
                        </a:rPr>
                        <a:t>B.Fin Eng, M.Mge (Acct), M.Biostatistics</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AU" sz="1200" baseline="0">
                          <a:solidFill>
                            <a:srgbClr val="3D555E"/>
                          </a:solidFill>
                          <a:effectLst/>
                        </a:rPr>
                        <a:t>6</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sz="1200" baseline="0" err="1">
                          <a:solidFill>
                            <a:srgbClr val="3D555E"/>
                          </a:solidFill>
                          <a:effectLst/>
                        </a:rPr>
                        <a:t>Tzung</a:t>
                      </a:r>
                      <a:r>
                        <a:rPr lang="en-AU" sz="1200" baseline="0">
                          <a:solidFill>
                            <a:srgbClr val="3D555E"/>
                          </a:solidFill>
                          <a:effectLst/>
                        </a:rPr>
                        <a:t> Hsiang Forex (</a:t>
                      </a:r>
                      <a:r>
                        <a:rPr lang="en-AU" sz="1200" baseline="0" err="1">
                          <a:solidFill>
                            <a:srgbClr val="3D555E"/>
                          </a:solidFill>
                          <a:effectLst/>
                        </a:rPr>
                        <a:t>Melb</a:t>
                      </a:r>
                      <a:r>
                        <a:rPr lang="en-AU" sz="1200" baseline="0">
                          <a:solidFill>
                            <a:srgbClr val="3D555E"/>
                          </a:solidFill>
                          <a:effectLst/>
                        </a:rPr>
                        <a:t>), TMGM  Capital (</a:t>
                      </a:r>
                      <a:r>
                        <a:rPr lang="en-AU" sz="1200" baseline="0" err="1">
                          <a:solidFill>
                            <a:srgbClr val="3D555E"/>
                          </a:solidFill>
                          <a:effectLst/>
                        </a:rPr>
                        <a:t>Melb</a:t>
                      </a:r>
                      <a:r>
                        <a:rPr lang="en-AU" sz="1200" baseline="0">
                          <a:solidFill>
                            <a:srgbClr val="3D555E"/>
                          </a:solidFill>
                          <a:effectLst/>
                        </a:rPr>
                        <a:t>)</a:t>
                      </a:r>
                      <a:endParaRPr lang="en-AU" sz="1200" baseline="0">
                        <a:solidFill>
                          <a:srgbClr val="3D555E"/>
                        </a:solidFill>
                        <a:effectLst/>
                        <a:latin typeface="Arial" panose="020B0604020202020204" pitchFamily="34" charset="0"/>
                      </a:endParaRPr>
                    </a:p>
                  </a:txBody>
                  <a:tcPr marL="72000" marR="36000" marT="72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3D555E"/>
                      </a:solidFill>
                      <a:prstDash val="solid"/>
                      <a:round/>
                      <a:headEnd type="none" w="med" len="med"/>
                      <a:tailEnd type="none" w="med" len="med"/>
                    </a:lnT>
                    <a:lnB w="3175" cap="flat" cmpd="sng" algn="ctr">
                      <a:solidFill>
                        <a:srgbClr val="3D555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6211219"/>
                  </a:ext>
                </a:extLst>
              </a:tr>
            </a:tbl>
          </a:graphicData>
        </a:graphic>
      </p:graphicFrame>
    </p:spTree>
    <p:extLst>
      <p:ext uri="{BB962C8B-B14F-4D97-AF65-F5344CB8AC3E}">
        <p14:creationId xmlns:p14="http://schemas.microsoft.com/office/powerpoint/2010/main" val="785809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3CD72ED-5277-E54E-98DF-84CB512FEBC4}"/>
              </a:ext>
            </a:extLst>
          </p:cNvPr>
          <p:cNvSpPr>
            <a:spLocks noGrp="1"/>
          </p:cNvSpPr>
          <p:nvPr>
            <p:ph type="ftr" sz="quarter" idx="11"/>
          </p:nvPr>
        </p:nvSpPr>
        <p:spPr/>
        <p:txBody>
          <a:bodyPr/>
          <a:lstStyle/>
          <a:p>
            <a:r>
              <a:rPr lang="en-US"/>
              <a:t>Provision of Asset Consulting Service to AJ Gleeson – Financial Advisers</a:t>
            </a:r>
          </a:p>
        </p:txBody>
      </p:sp>
      <p:sp>
        <p:nvSpPr>
          <p:cNvPr id="4" name="Slide Number Placeholder 3">
            <a:extLst>
              <a:ext uri="{FF2B5EF4-FFF2-40B4-BE49-F238E27FC236}">
                <a16:creationId xmlns:a16="http://schemas.microsoft.com/office/drawing/2014/main" id="{286175A8-7026-6B4B-9ED8-39F3509754AD}"/>
              </a:ext>
            </a:extLst>
          </p:cNvPr>
          <p:cNvSpPr>
            <a:spLocks noGrp="1"/>
          </p:cNvSpPr>
          <p:nvPr>
            <p:ph type="sldNum" sz="quarter" idx="12"/>
          </p:nvPr>
        </p:nvSpPr>
        <p:spPr/>
        <p:txBody>
          <a:bodyPr/>
          <a:lstStyle/>
          <a:p>
            <a:fld id="{C88128C6-A6A3-394B-86F9-39BAF5F56AAC}" type="slidenum">
              <a:rPr lang="en-US" smtClean="0"/>
              <a:t>‹#›</a:t>
            </a:fld>
            <a:endParaRPr lang="en-US"/>
          </a:p>
        </p:txBody>
      </p:sp>
    </p:spTree>
    <p:extLst>
      <p:ext uri="{BB962C8B-B14F-4D97-AF65-F5344CB8AC3E}">
        <p14:creationId xmlns:p14="http://schemas.microsoft.com/office/powerpoint/2010/main" val="4174995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03B24-3677-8048-AFBB-D4C21D6165EC}"/>
              </a:ext>
            </a:extLst>
          </p:cNvPr>
          <p:cNvSpPr>
            <a:spLocks noGrp="1"/>
          </p:cNvSpPr>
          <p:nvPr>
            <p:ph type="title"/>
          </p:nvPr>
        </p:nvSpPr>
        <p:spPr>
          <a:xfrm>
            <a:off x="504000" y="504000"/>
            <a:ext cx="4268025" cy="1230384"/>
          </a:xfrm>
        </p:spPr>
        <p:txBody>
          <a:bodyPr anchor="b">
            <a:normAutofit/>
          </a:bodyPr>
          <a:lstStyle>
            <a:lvl1pPr>
              <a:defRPr sz="2700" baseline="0">
                <a:solidFill>
                  <a:srgbClr val="76C204"/>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30F10BE-68B4-CD47-A42B-AFF01A0540EB}"/>
              </a:ext>
            </a:extLst>
          </p:cNvPr>
          <p:cNvSpPr>
            <a:spLocks noGrp="1"/>
          </p:cNvSpPr>
          <p:nvPr>
            <p:ph idx="1"/>
          </p:nvPr>
        </p:nvSpPr>
        <p:spPr>
          <a:xfrm>
            <a:off x="5183187" y="2015999"/>
            <a:ext cx="6533891" cy="4058735"/>
          </a:xfrm>
        </p:spPr>
        <p:txBody>
          <a:bodyPr lIns="0" tIns="0" rIns="0" bIns="0">
            <a:normAutofit/>
          </a:bodyPr>
          <a:lstStyle>
            <a:lvl1pPr>
              <a:defRPr sz="1600" baseline="0"/>
            </a:lvl1pPr>
            <a:lvl2pPr>
              <a:defRPr sz="1600" baseline="0"/>
            </a:lvl2pPr>
            <a:lvl3pPr>
              <a:defRPr sz="1600" baseline="0"/>
            </a:lvl3pPr>
            <a:lvl4pPr>
              <a:defRPr sz="1600" baseline="0"/>
            </a:lvl4pPr>
            <a:lvl5pPr>
              <a:defRPr sz="1600" baseline="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571F8B1-3ECC-DE42-8393-0FB42A7159B2}"/>
              </a:ext>
            </a:extLst>
          </p:cNvPr>
          <p:cNvSpPr>
            <a:spLocks noGrp="1"/>
          </p:cNvSpPr>
          <p:nvPr>
            <p:ph type="body" sz="half" idx="2"/>
          </p:nvPr>
        </p:nvSpPr>
        <p:spPr>
          <a:xfrm>
            <a:off x="504000" y="2016000"/>
            <a:ext cx="4268025" cy="4058734"/>
          </a:xfrm>
        </p:spPr>
        <p:txBody>
          <a:bodyPr lIns="0" tIns="0" rIns="0" bIns="0">
            <a:normAutofit/>
          </a:bodyPr>
          <a:lstStyle>
            <a:lvl1pPr marL="0" indent="0">
              <a:buNone/>
              <a:defRPr sz="16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F4804247-527B-C640-BB2C-4399F66E303F}"/>
              </a:ext>
            </a:extLst>
          </p:cNvPr>
          <p:cNvSpPr>
            <a:spLocks noGrp="1"/>
          </p:cNvSpPr>
          <p:nvPr>
            <p:ph type="ftr" sz="quarter" idx="11"/>
          </p:nvPr>
        </p:nvSpPr>
        <p:spPr/>
        <p:txBody>
          <a:bodyPr/>
          <a:lstStyle/>
          <a:p>
            <a:r>
              <a:rPr lang="en-US"/>
              <a:t>Provision of Asset Consulting Service to AJ Gleeson – Financial Advisers</a:t>
            </a:r>
          </a:p>
        </p:txBody>
      </p:sp>
      <p:sp>
        <p:nvSpPr>
          <p:cNvPr id="7" name="Slide Number Placeholder 6">
            <a:extLst>
              <a:ext uri="{FF2B5EF4-FFF2-40B4-BE49-F238E27FC236}">
                <a16:creationId xmlns:a16="http://schemas.microsoft.com/office/drawing/2014/main" id="{C20337E4-D2A3-904B-BE8A-962C76493D54}"/>
              </a:ext>
            </a:extLst>
          </p:cNvPr>
          <p:cNvSpPr>
            <a:spLocks noGrp="1"/>
          </p:cNvSpPr>
          <p:nvPr>
            <p:ph type="sldNum" sz="quarter" idx="12"/>
          </p:nvPr>
        </p:nvSpPr>
        <p:spPr/>
        <p:txBody>
          <a:bodyPr/>
          <a:lstStyle/>
          <a:p>
            <a:fld id="{C88128C6-A6A3-394B-86F9-39BAF5F56AAC}" type="slidenum">
              <a:rPr lang="en-US" smtClean="0"/>
              <a:t>‹#›</a:t>
            </a:fld>
            <a:endParaRPr lang="en-US"/>
          </a:p>
        </p:txBody>
      </p:sp>
    </p:spTree>
    <p:extLst>
      <p:ext uri="{BB962C8B-B14F-4D97-AF65-F5344CB8AC3E}">
        <p14:creationId xmlns:p14="http://schemas.microsoft.com/office/powerpoint/2010/main" val="3119238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F90E6-C805-DD47-80AE-F8B0077689E3}"/>
              </a:ext>
            </a:extLst>
          </p:cNvPr>
          <p:cNvSpPr>
            <a:spLocks noGrp="1"/>
          </p:cNvSpPr>
          <p:nvPr>
            <p:ph type="title"/>
          </p:nvPr>
        </p:nvSpPr>
        <p:spPr>
          <a:xfrm>
            <a:off x="504000" y="504001"/>
            <a:ext cx="4268025" cy="1232650"/>
          </a:xfrm>
        </p:spPr>
        <p:txBody>
          <a:bodyPr anchor="b">
            <a:normAutofit/>
          </a:bodyPr>
          <a:lstStyle>
            <a:lvl1pPr>
              <a:defRPr sz="2700" baseline="0">
                <a:solidFill>
                  <a:srgbClr val="76C204"/>
                </a:solidFill>
              </a:defRPr>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57B429E-2992-2547-9781-2D80E34169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0F013D-E0E0-D74D-AA92-DF37A6049BDA}"/>
              </a:ext>
            </a:extLst>
          </p:cNvPr>
          <p:cNvSpPr>
            <a:spLocks noGrp="1"/>
          </p:cNvSpPr>
          <p:nvPr>
            <p:ph type="body" sz="half" idx="2"/>
          </p:nvPr>
        </p:nvSpPr>
        <p:spPr>
          <a:xfrm>
            <a:off x="504000" y="2013098"/>
            <a:ext cx="4268025" cy="3855890"/>
          </a:xfrm>
        </p:spPr>
        <p:txBody>
          <a:bodyPr lIns="0" tIns="0" rIns="0" bIns="0">
            <a:normAutofit/>
          </a:bodyPr>
          <a:lstStyle>
            <a:lvl1pPr marL="0" indent="0">
              <a:buNone/>
              <a:defRPr sz="16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1C71A243-3A76-654C-9426-709AD881B443}"/>
              </a:ext>
            </a:extLst>
          </p:cNvPr>
          <p:cNvSpPr>
            <a:spLocks noGrp="1"/>
          </p:cNvSpPr>
          <p:nvPr>
            <p:ph type="ftr" sz="quarter" idx="11"/>
          </p:nvPr>
        </p:nvSpPr>
        <p:spPr/>
        <p:txBody>
          <a:bodyPr/>
          <a:lstStyle/>
          <a:p>
            <a:r>
              <a:rPr lang="en-US"/>
              <a:t>Provision of Asset Consulting Service to AJ Gleeson – Financial Advisers</a:t>
            </a:r>
          </a:p>
        </p:txBody>
      </p:sp>
      <p:sp>
        <p:nvSpPr>
          <p:cNvPr id="7" name="Slide Number Placeholder 6">
            <a:extLst>
              <a:ext uri="{FF2B5EF4-FFF2-40B4-BE49-F238E27FC236}">
                <a16:creationId xmlns:a16="http://schemas.microsoft.com/office/drawing/2014/main" id="{88046792-5B50-E14D-9A96-06BCF19C8E0D}"/>
              </a:ext>
            </a:extLst>
          </p:cNvPr>
          <p:cNvSpPr>
            <a:spLocks noGrp="1"/>
          </p:cNvSpPr>
          <p:nvPr>
            <p:ph type="sldNum" sz="quarter" idx="12"/>
          </p:nvPr>
        </p:nvSpPr>
        <p:spPr/>
        <p:txBody>
          <a:bodyPr/>
          <a:lstStyle/>
          <a:p>
            <a:fld id="{C88128C6-A6A3-394B-86F9-39BAF5F56AAC}" type="slidenum">
              <a:rPr lang="en-US" smtClean="0"/>
              <a:t>‹#›</a:t>
            </a:fld>
            <a:endParaRPr lang="en-US"/>
          </a:p>
        </p:txBody>
      </p:sp>
    </p:spTree>
    <p:extLst>
      <p:ext uri="{BB962C8B-B14F-4D97-AF65-F5344CB8AC3E}">
        <p14:creationId xmlns:p14="http://schemas.microsoft.com/office/powerpoint/2010/main" val="3965500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8" name="Picture 7" descr="Shape&#10;&#10;Description automatically generated with low confidence">
            <a:extLst>
              <a:ext uri="{FF2B5EF4-FFF2-40B4-BE49-F238E27FC236}">
                <a16:creationId xmlns:a16="http://schemas.microsoft.com/office/drawing/2014/main" id="{E1A36EEF-2AB2-4E47-892A-83F02600585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908FC219-2AE4-D440-ABBF-0C6D78928C2C}"/>
              </a:ext>
            </a:extLst>
          </p:cNvPr>
          <p:cNvSpPr txBox="1"/>
          <p:nvPr userDrawn="1"/>
        </p:nvSpPr>
        <p:spPr>
          <a:xfrm>
            <a:off x="474388" y="1904427"/>
            <a:ext cx="2921955" cy="3323987"/>
          </a:xfrm>
          <a:prstGeom prst="rect">
            <a:avLst/>
          </a:prstGeom>
          <a:noFill/>
        </p:spPr>
        <p:txBody>
          <a:bodyPr wrap="square" lIns="0" tIns="0" rIns="0" bIns="0" rtlCol="0">
            <a:spAutoFit/>
          </a:bodyPr>
          <a:lstStyle/>
          <a:p>
            <a:r>
              <a:rPr lang="en-AU" sz="800" b="1" kern="1200" baseline="0">
                <a:solidFill>
                  <a:schemeClr val="bg1"/>
                </a:solidFill>
                <a:effectLst/>
                <a:latin typeface="+mn-lt"/>
                <a:ea typeface="+mn-ea"/>
                <a:cs typeface="+mn-cs"/>
              </a:rPr>
              <a:t>Atchison Consultants</a:t>
            </a:r>
            <a:endParaRPr lang="en-AU" sz="800" kern="1200" baseline="0">
              <a:solidFill>
                <a:schemeClr val="bg1"/>
              </a:solidFill>
              <a:effectLst/>
              <a:latin typeface="+mn-lt"/>
              <a:ea typeface="+mn-ea"/>
              <a:cs typeface="+mn-cs"/>
            </a:endParaRPr>
          </a:p>
          <a:p>
            <a:r>
              <a:rPr lang="en-AU" sz="800" kern="1200" baseline="0">
                <a:solidFill>
                  <a:schemeClr val="bg1"/>
                </a:solidFill>
                <a:effectLst/>
                <a:latin typeface="+mn-lt"/>
                <a:ea typeface="+mn-ea"/>
                <a:cs typeface="+mn-cs"/>
              </a:rPr>
              <a:t>Level 4, 125 Flinders Lane, </a:t>
            </a:r>
            <a:br>
              <a:rPr lang="en-AU" sz="800" kern="1200" baseline="0">
                <a:solidFill>
                  <a:schemeClr val="bg1"/>
                </a:solidFill>
                <a:effectLst/>
                <a:latin typeface="+mn-lt"/>
                <a:ea typeface="+mn-ea"/>
                <a:cs typeface="+mn-cs"/>
              </a:rPr>
            </a:br>
            <a:r>
              <a:rPr lang="en-AU" sz="800" kern="1200" baseline="0">
                <a:solidFill>
                  <a:schemeClr val="bg1"/>
                </a:solidFill>
                <a:effectLst/>
                <a:latin typeface="+mn-lt"/>
                <a:ea typeface="+mn-ea"/>
                <a:cs typeface="+mn-cs"/>
              </a:rPr>
              <a:t>Melbourne Vic 3000</a:t>
            </a:r>
          </a:p>
          <a:p>
            <a:endParaRPr lang="en-AU" sz="800" kern="1200" baseline="0">
              <a:solidFill>
                <a:schemeClr val="bg1"/>
              </a:solidFill>
              <a:effectLst/>
              <a:latin typeface="+mn-lt"/>
              <a:ea typeface="+mn-ea"/>
              <a:cs typeface="+mn-cs"/>
            </a:endParaRPr>
          </a:p>
          <a:p>
            <a:r>
              <a:rPr lang="en-AU" sz="800" kern="1200" baseline="0">
                <a:solidFill>
                  <a:schemeClr val="bg1"/>
                </a:solidFill>
                <a:effectLst/>
                <a:latin typeface="+mn-lt"/>
                <a:ea typeface="+mn-ea"/>
                <a:cs typeface="+mn-cs"/>
              </a:rPr>
              <a:t>P: +61 (0) 3 9642 3835 </a:t>
            </a:r>
          </a:p>
          <a:p>
            <a:r>
              <a:rPr lang="en-AU" sz="800" kern="1200" baseline="0" err="1">
                <a:solidFill>
                  <a:schemeClr val="bg1"/>
                </a:solidFill>
                <a:effectLst/>
                <a:latin typeface="+mn-lt"/>
                <a:ea typeface="+mn-ea"/>
                <a:cs typeface="+mn-cs"/>
              </a:rPr>
              <a:t>enquiries@atchison.com.au</a:t>
            </a:r>
            <a:r>
              <a:rPr lang="en-AU" sz="800" kern="1200" baseline="0">
                <a:solidFill>
                  <a:schemeClr val="bg1"/>
                </a:solidFill>
                <a:effectLst/>
                <a:latin typeface="+mn-lt"/>
                <a:ea typeface="+mn-ea"/>
                <a:cs typeface="+mn-cs"/>
              </a:rPr>
              <a:t>       </a:t>
            </a:r>
            <a:br>
              <a:rPr lang="en-AU" sz="800" kern="1200" baseline="0">
                <a:solidFill>
                  <a:schemeClr val="bg1"/>
                </a:solidFill>
                <a:effectLst/>
                <a:latin typeface="+mn-lt"/>
                <a:ea typeface="+mn-ea"/>
                <a:cs typeface="+mn-cs"/>
              </a:rPr>
            </a:br>
            <a:r>
              <a:rPr lang="en-AU" sz="800" kern="1200" baseline="0" err="1">
                <a:solidFill>
                  <a:schemeClr val="bg1"/>
                </a:solidFill>
                <a:effectLst/>
                <a:latin typeface="+mn-lt"/>
                <a:ea typeface="+mn-ea"/>
                <a:cs typeface="+mn-cs"/>
              </a:rPr>
              <a:t>www.atchison.com.au</a:t>
            </a:r>
            <a:r>
              <a:rPr lang="en-AU" sz="800" kern="1200" baseline="0">
                <a:solidFill>
                  <a:schemeClr val="bg1"/>
                </a:solidFill>
                <a:effectLst/>
                <a:latin typeface="+mn-lt"/>
                <a:ea typeface="+mn-ea"/>
                <a:cs typeface="+mn-cs"/>
              </a:rPr>
              <a:t>     </a:t>
            </a:r>
            <a:br>
              <a:rPr lang="en-AU" sz="800" kern="1200" baseline="0">
                <a:solidFill>
                  <a:schemeClr val="bg1"/>
                </a:solidFill>
                <a:effectLst/>
                <a:latin typeface="+mn-lt"/>
                <a:ea typeface="+mn-ea"/>
                <a:cs typeface="+mn-cs"/>
              </a:rPr>
            </a:br>
            <a:endParaRPr lang="en-AU" sz="800" kern="1200" baseline="0">
              <a:solidFill>
                <a:schemeClr val="bg1"/>
              </a:solidFill>
              <a:effectLst/>
              <a:latin typeface="+mn-lt"/>
              <a:ea typeface="+mn-ea"/>
              <a:cs typeface="+mn-cs"/>
            </a:endParaRPr>
          </a:p>
          <a:p>
            <a:r>
              <a:rPr lang="en-AU" sz="800" kern="1200" baseline="0">
                <a:solidFill>
                  <a:schemeClr val="bg1"/>
                </a:solidFill>
                <a:effectLst/>
                <a:latin typeface="+mn-lt"/>
                <a:ea typeface="+mn-ea"/>
                <a:cs typeface="+mn-cs"/>
              </a:rPr>
              <a:t>ABN: 58 097 703 047 </a:t>
            </a:r>
          </a:p>
          <a:p>
            <a:r>
              <a:rPr lang="en-AU" sz="800" kern="1200" baseline="0">
                <a:solidFill>
                  <a:schemeClr val="bg1"/>
                </a:solidFill>
                <a:effectLst/>
                <a:latin typeface="+mn-lt"/>
                <a:ea typeface="+mn-ea"/>
                <a:cs typeface="+mn-cs"/>
              </a:rPr>
              <a:t>AFSL Number: 230846</a:t>
            </a:r>
            <a:br>
              <a:rPr lang="en-AU" sz="800" kern="1200" baseline="0">
                <a:solidFill>
                  <a:schemeClr val="bg1"/>
                </a:solidFill>
                <a:effectLst/>
                <a:latin typeface="+mn-lt"/>
                <a:ea typeface="+mn-ea"/>
                <a:cs typeface="+mn-cs"/>
              </a:rPr>
            </a:br>
            <a:endParaRPr lang="en-AU" sz="800" kern="1200" baseline="0">
              <a:solidFill>
                <a:schemeClr val="bg1"/>
              </a:solidFill>
              <a:effectLst/>
              <a:latin typeface="+mn-lt"/>
              <a:ea typeface="+mn-ea"/>
              <a:cs typeface="+mn-cs"/>
            </a:endParaRPr>
          </a:p>
          <a:p>
            <a:r>
              <a:rPr lang="en-AU" sz="800" i="1" kern="1200" baseline="0">
                <a:solidFill>
                  <a:schemeClr val="bg1"/>
                </a:solidFill>
                <a:effectLst/>
                <a:latin typeface="+mn-lt"/>
                <a:ea typeface="+mn-ea"/>
                <a:cs typeface="+mn-cs"/>
              </a:rPr>
              <a:t>To obtain further information, </a:t>
            </a:r>
            <a:br>
              <a:rPr lang="en-AU" sz="800" i="1" kern="1200" baseline="0">
                <a:solidFill>
                  <a:schemeClr val="bg1"/>
                </a:solidFill>
                <a:effectLst/>
                <a:latin typeface="+mn-lt"/>
                <a:ea typeface="+mn-ea"/>
                <a:cs typeface="+mn-cs"/>
              </a:rPr>
            </a:br>
            <a:r>
              <a:rPr lang="en-AU" sz="800" i="1" kern="1200" baseline="0">
                <a:solidFill>
                  <a:schemeClr val="bg1"/>
                </a:solidFill>
                <a:effectLst/>
                <a:latin typeface="+mn-lt"/>
                <a:ea typeface="+mn-ea"/>
                <a:cs typeface="+mn-cs"/>
              </a:rPr>
              <a:t>please contact: </a:t>
            </a:r>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a:p>
            <a:r>
              <a:rPr lang="en-AU" sz="800" b="1" kern="1200" baseline="0">
                <a:solidFill>
                  <a:schemeClr val="accent1"/>
                </a:solidFill>
                <a:effectLst/>
                <a:latin typeface="+mn-lt"/>
                <a:ea typeface="+mn-ea"/>
                <a:cs typeface="+mn-cs"/>
              </a:rPr>
              <a:t>Jake Jodlowski</a:t>
            </a:r>
            <a:endParaRPr lang="en-AU" sz="800" kern="1200" baseline="0">
              <a:solidFill>
                <a:schemeClr val="accent1"/>
              </a:solidFill>
              <a:effectLst/>
              <a:latin typeface="+mn-lt"/>
              <a:ea typeface="+mn-ea"/>
              <a:cs typeface="+mn-cs"/>
            </a:endParaRPr>
          </a:p>
          <a:p>
            <a:r>
              <a:rPr lang="en-AU" sz="800" i="0" kern="1200" baseline="0">
                <a:solidFill>
                  <a:schemeClr val="bg1"/>
                </a:solidFill>
                <a:effectLst/>
                <a:latin typeface="+mn-lt"/>
                <a:ea typeface="+mn-ea"/>
                <a:cs typeface="+mn-cs"/>
              </a:rPr>
              <a:t>Principal</a:t>
            </a:r>
          </a:p>
          <a:p>
            <a:r>
              <a:rPr lang="en-AU" sz="800" kern="1200" baseline="0">
                <a:solidFill>
                  <a:schemeClr val="bg1"/>
                </a:solidFill>
                <a:effectLst/>
                <a:latin typeface="+mn-lt"/>
                <a:ea typeface="+mn-ea"/>
                <a:cs typeface="+mn-cs"/>
              </a:rPr>
              <a:t>Email: </a:t>
            </a:r>
            <a:r>
              <a:rPr lang="en-AU" sz="800" kern="1200" baseline="0">
                <a:solidFill>
                  <a:schemeClr val="bg1"/>
                </a:solidFill>
                <a:effectLst/>
                <a:latin typeface="+mn-lt"/>
                <a:ea typeface="+mn-ea"/>
                <a:cs typeface="+mn-cs"/>
                <a:hlinkClick r:id="rId3"/>
              </a:rPr>
              <a:t>jake@atchison.com.au</a:t>
            </a:r>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a:p>
            <a:r>
              <a:rPr lang="en-AU" sz="800" b="1" kern="1200" baseline="0">
                <a:solidFill>
                  <a:schemeClr val="accent1"/>
                </a:solidFill>
                <a:effectLst/>
                <a:latin typeface="+mn-lt"/>
                <a:ea typeface="+mn-ea"/>
                <a:cs typeface="+mn-cs"/>
              </a:rPr>
              <a:t>Kev Toohey</a:t>
            </a:r>
            <a:endParaRPr lang="en-AU" sz="800" kern="1200" baseline="0">
              <a:solidFill>
                <a:schemeClr val="accent1"/>
              </a:solidFill>
              <a:effectLst/>
              <a:latin typeface="+mn-lt"/>
              <a:ea typeface="+mn-ea"/>
              <a:cs typeface="+mn-cs"/>
            </a:endParaRPr>
          </a:p>
          <a:p>
            <a:r>
              <a:rPr lang="en-AU" sz="800" i="0" kern="1200" baseline="0">
                <a:solidFill>
                  <a:schemeClr val="bg1"/>
                </a:solidFill>
                <a:effectLst/>
                <a:latin typeface="+mn-lt"/>
                <a:ea typeface="+mn-ea"/>
                <a:cs typeface="+mn-cs"/>
              </a:rPr>
              <a:t>Principal</a:t>
            </a:r>
          </a:p>
          <a:p>
            <a:r>
              <a:rPr lang="en-AU" sz="800" kern="1200" baseline="0">
                <a:solidFill>
                  <a:schemeClr val="bg1"/>
                </a:solidFill>
                <a:effectLst/>
                <a:latin typeface="+mn-lt"/>
                <a:ea typeface="+mn-ea"/>
                <a:cs typeface="+mn-cs"/>
              </a:rPr>
              <a:t>Email: </a:t>
            </a:r>
            <a:r>
              <a:rPr lang="en-AU" sz="800" kern="1200" baseline="0">
                <a:solidFill>
                  <a:schemeClr val="bg1"/>
                </a:solidFill>
                <a:effectLst/>
                <a:latin typeface="+mn-lt"/>
                <a:ea typeface="+mn-ea"/>
                <a:cs typeface="+mn-cs"/>
                <a:hlinkClick r:id="rId4"/>
              </a:rPr>
              <a:t>kev@atchison.com.au</a:t>
            </a:r>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a:p>
            <a:r>
              <a:rPr lang="en-AU" sz="800" b="1" kern="1200" baseline="0">
                <a:solidFill>
                  <a:schemeClr val="accent1"/>
                </a:solidFill>
                <a:effectLst/>
                <a:latin typeface="+mn-lt"/>
                <a:ea typeface="+mn-ea"/>
                <a:cs typeface="+mn-cs"/>
              </a:rPr>
              <a:t>Mishan Dahia</a:t>
            </a:r>
            <a:endParaRPr lang="en-AU" sz="800" kern="1200" baseline="0">
              <a:solidFill>
                <a:schemeClr val="accent1"/>
              </a:solidFill>
              <a:effectLst/>
              <a:latin typeface="+mn-lt"/>
              <a:ea typeface="+mn-ea"/>
              <a:cs typeface="+mn-cs"/>
            </a:endParaRPr>
          </a:p>
          <a:p>
            <a:r>
              <a:rPr lang="en-AU" sz="800" i="0" kern="1200" baseline="0">
                <a:solidFill>
                  <a:schemeClr val="bg1"/>
                </a:solidFill>
                <a:effectLst/>
                <a:latin typeface="+mn-lt"/>
                <a:ea typeface="+mn-ea"/>
                <a:cs typeface="+mn-cs"/>
              </a:rPr>
              <a:t>Investment Analyst</a:t>
            </a:r>
          </a:p>
          <a:p>
            <a:r>
              <a:rPr lang="en-AU" sz="800" kern="1200" baseline="0">
                <a:solidFill>
                  <a:schemeClr val="bg1"/>
                </a:solidFill>
                <a:effectLst/>
                <a:latin typeface="+mn-lt"/>
                <a:ea typeface="+mn-ea"/>
                <a:cs typeface="+mn-cs"/>
              </a:rPr>
              <a:t>Email: </a:t>
            </a:r>
            <a:r>
              <a:rPr lang="en-AU" sz="800" kern="1200" baseline="0" err="1">
                <a:solidFill>
                  <a:schemeClr val="bg1"/>
                </a:solidFill>
                <a:effectLst/>
                <a:latin typeface="+mn-lt"/>
                <a:ea typeface="+mn-ea"/>
                <a:cs typeface="+mn-cs"/>
              </a:rPr>
              <a:t>mishan@atchison.com.au</a:t>
            </a:r>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a:p>
            <a:endParaRPr lang="en-AU" sz="800" kern="1200" baseline="0">
              <a:solidFill>
                <a:schemeClr val="bg1"/>
              </a:solidFill>
              <a:effectLst/>
              <a:latin typeface="+mn-lt"/>
              <a:ea typeface="+mn-ea"/>
              <a:cs typeface="+mn-cs"/>
            </a:endParaRPr>
          </a:p>
        </p:txBody>
      </p:sp>
    </p:spTree>
    <p:extLst>
      <p:ext uri="{BB962C8B-B14F-4D97-AF65-F5344CB8AC3E}">
        <p14:creationId xmlns:p14="http://schemas.microsoft.com/office/powerpoint/2010/main" val="3468119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F22C7A-9065-42AE-A698-3AEC0CFE2EAA}" type="datetime1">
              <a:rPr lang="en-AU" smtClean="0"/>
              <a:t>2/10/2025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F18485B-9F00-49DE-A94A-C57F992A05BE}" type="slidenum">
              <a:rPr lang="en-AU" smtClean="0"/>
              <a:t>‹#›</a:t>
            </a:fld>
            <a:endParaRPr lang="en-AU"/>
          </a:p>
        </p:txBody>
      </p:sp>
    </p:spTree>
    <p:extLst>
      <p:ext uri="{BB962C8B-B14F-4D97-AF65-F5344CB8AC3E}">
        <p14:creationId xmlns:p14="http://schemas.microsoft.com/office/powerpoint/2010/main" val="1816538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Shape&#10;&#10;Description automatically generated with low confidence">
            <a:extLst>
              <a:ext uri="{FF2B5EF4-FFF2-40B4-BE49-F238E27FC236}">
                <a16:creationId xmlns:a16="http://schemas.microsoft.com/office/drawing/2014/main" id="{BD8820F3-A0B6-4E4D-A1B6-0F61F685EDC9}"/>
              </a:ext>
            </a:extLst>
          </p:cNvPr>
          <p:cNvPicPr>
            <a:picLocks noChangeAspect="1"/>
          </p:cNvPicPr>
          <p:nvPr userDrawn="1"/>
        </p:nvPicPr>
        <p:blipFill>
          <a:blip r:embed="rId14"/>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84C482E7-D31C-5049-97DF-42A36D047A0D}"/>
              </a:ext>
            </a:extLst>
          </p:cNvPr>
          <p:cNvSpPr>
            <a:spLocks noGrp="1"/>
          </p:cNvSpPr>
          <p:nvPr>
            <p:ph type="title"/>
          </p:nvPr>
        </p:nvSpPr>
        <p:spPr>
          <a:xfrm>
            <a:off x="504000" y="504000"/>
            <a:ext cx="10298679" cy="1318155"/>
          </a:xfrm>
          <a:prstGeom prst="rect">
            <a:avLst/>
          </a:prstGeom>
        </p:spPr>
        <p:txBody>
          <a:bodyPr vert="horz" lIns="0" tIns="0" rIns="0" bIns="0" rtlCol="0" anchor="t" anchorCtr="0">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D556A7C-8B87-8142-BF9F-FA3DE4C50B85}"/>
              </a:ext>
            </a:extLst>
          </p:cNvPr>
          <p:cNvSpPr>
            <a:spLocks noGrp="1"/>
          </p:cNvSpPr>
          <p:nvPr>
            <p:ph type="body" idx="1"/>
          </p:nvPr>
        </p:nvSpPr>
        <p:spPr>
          <a:xfrm>
            <a:off x="504000" y="2041451"/>
            <a:ext cx="11184000" cy="410988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46A6BA1B-2083-4D4A-A859-E94DF415DDF1}"/>
              </a:ext>
            </a:extLst>
          </p:cNvPr>
          <p:cNvSpPr>
            <a:spLocks noGrp="1"/>
          </p:cNvSpPr>
          <p:nvPr>
            <p:ph type="ftr" sz="quarter" idx="3"/>
          </p:nvPr>
        </p:nvSpPr>
        <p:spPr>
          <a:xfrm>
            <a:off x="885826" y="6255051"/>
            <a:ext cx="7267574" cy="203963"/>
          </a:xfrm>
          <a:prstGeom prst="rect">
            <a:avLst/>
          </a:prstGeom>
        </p:spPr>
        <p:txBody>
          <a:bodyPr vert="horz" lIns="0" tIns="0" rIns="0" bIns="0" rtlCol="0" anchor="ctr"/>
          <a:lstStyle>
            <a:lvl1pPr algn="l">
              <a:defRPr sz="800" baseline="0">
                <a:solidFill>
                  <a:srgbClr val="3D555E"/>
                </a:solidFill>
              </a:defRPr>
            </a:lvl1pPr>
          </a:lstStyle>
          <a:p>
            <a:r>
              <a:rPr lang="en-US"/>
              <a:t>Provision of Asset Consulting Service to AJ Gleeson – Financial Advisers</a:t>
            </a:r>
          </a:p>
        </p:txBody>
      </p:sp>
      <p:sp>
        <p:nvSpPr>
          <p:cNvPr id="6" name="Slide Number Placeholder 5">
            <a:extLst>
              <a:ext uri="{FF2B5EF4-FFF2-40B4-BE49-F238E27FC236}">
                <a16:creationId xmlns:a16="http://schemas.microsoft.com/office/drawing/2014/main" id="{C1F911C7-0BE0-3342-9033-D005820DFFC9}"/>
              </a:ext>
            </a:extLst>
          </p:cNvPr>
          <p:cNvSpPr>
            <a:spLocks noGrp="1"/>
          </p:cNvSpPr>
          <p:nvPr>
            <p:ph type="sldNum" sz="quarter" idx="4"/>
          </p:nvPr>
        </p:nvSpPr>
        <p:spPr>
          <a:xfrm>
            <a:off x="504000" y="6257401"/>
            <a:ext cx="381826" cy="201613"/>
          </a:xfrm>
          <a:prstGeom prst="rect">
            <a:avLst/>
          </a:prstGeom>
        </p:spPr>
        <p:txBody>
          <a:bodyPr vert="horz" lIns="0" tIns="0" rIns="0" bIns="0" rtlCol="0" anchor="ctr"/>
          <a:lstStyle>
            <a:lvl1pPr algn="l">
              <a:defRPr sz="800" baseline="0">
                <a:solidFill>
                  <a:srgbClr val="76C204"/>
                </a:solidFill>
              </a:defRPr>
            </a:lvl1pPr>
          </a:lstStyle>
          <a:p>
            <a:fld id="{C88128C6-A6A3-394B-86F9-39BAF5F56AAC}" type="slidenum">
              <a:rPr lang="en-US" smtClean="0"/>
              <a:pPr/>
              <a:t>‹#›</a:t>
            </a:fld>
            <a:endParaRPr lang="en-US"/>
          </a:p>
        </p:txBody>
      </p:sp>
    </p:spTree>
    <p:extLst>
      <p:ext uri="{BB962C8B-B14F-4D97-AF65-F5344CB8AC3E}">
        <p14:creationId xmlns:p14="http://schemas.microsoft.com/office/powerpoint/2010/main" val="1132345339"/>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61" r:id="rId3"/>
    <p:sldLayoutId id="2147483652" r:id="rId4"/>
    <p:sldLayoutId id="2147483659" r:id="rId5"/>
    <p:sldLayoutId id="2147483654" r:id="rId6"/>
    <p:sldLayoutId id="2147483660" r:id="rId7"/>
    <p:sldLayoutId id="2147483655" r:id="rId8"/>
    <p:sldLayoutId id="2147483656" r:id="rId9"/>
    <p:sldLayoutId id="2147483657" r:id="rId10"/>
    <p:sldLayoutId id="2147483662" r:id="rId11"/>
    <p:sldLayoutId id="2147483663" r:id="rId12"/>
  </p:sldLayoutIdLst>
  <p:hf hdr="0"/>
  <p:txStyles>
    <p:titleStyle>
      <a:lvl1pPr algn="l" defTabSz="914400" rtl="0" eaLnBrk="1" latinLnBrk="0" hangingPunct="1">
        <a:lnSpc>
          <a:spcPct val="90000"/>
        </a:lnSpc>
        <a:spcBef>
          <a:spcPct val="0"/>
        </a:spcBef>
        <a:buNone/>
        <a:defRPr sz="4000" kern="1200" baseline="0">
          <a:solidFill>
            <a:srgbClr val="3D555E"/>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tchisonclients.github.io/EMFS.html" TargetMode="External"/><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eg"/><Relationship Id="rId5" Type="http://schemas.openxmlformats.org/officeDocument/2006/relationships/image" Target="../media/image8.jpeg"/><Relationship Id="rId10" Type="http://schemas.openxmlformats.org/officeDocument/2006/relationships/image" Target="../media/image13.jpeg"/><Relationship Id="rId4" Type="http://schemas.openxmlformats.org/officeDocument/2006/relationships/image" Target="../media/image7.jpeg"/><Relationship Id="rId9" Type="http://schemas.openxmlformats.org/officeDocument/2006/relationships/image" Target="../media/image1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www.atchison.com.au/" TargetMode="External"/><Relationship Id="rId2" Type="http://schemas.openxmlformats.org/officeDocument/2006/relationships/hyperlink" Target="mailto:enquires@atchison.com.au" TargetMode="Externa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ave with light shining on it">
            <a:extLst>
              <a:ext uri="{FF2B5EF4-FFF2-40B4-BE49-F238E27FC236}">
                <a16:creationId xmlns:a16="http://schemas.microsoft.com/office/drawing/2014/main" id="{3E5B32CF-C756-774E-7D65-6D101BA8AAD3}"/>
              </a:ext>
            </a:extLst>
          </p:cNvPr>
          <p:cNvPicPr>
            <a:picLocks noChangeAspect="1"/>
          </p:cNvPicPr>
          <p:nvPr/>
        </p:nvPicPr>
        <p:blipFill>
          <a:blip r:embed="rId2"/>
          <a:stretch>
            <a:fillRect/>
          </a:stretch>
        </p:blipFill>
        <p:spPr>
          <a:xfrm>
            <a:off x="-45493" y="0"/>
            <a:ext cx="12282986" cy="6858000"/>
          </a:xfrm>
          <a:prstGeom prst="rect">
            <a:avLst/>
          </a:prstGeom>
        </p:spPr>
      </p:pic>
      <p:sp>
        <p:nvSpPr>
          <p:cNvPr id="2" name="Title 1">
            <a:extLst>
              <a:ext uri="{FF2B5EF4-FFF2-40B4-BE49-F238E27FC236}">
                <a16:creationId xmlns:a16="http://schemas.microsoft.com/office/drawing/2014/main" id="{82212069-7972-F712-71BF-8D4264C21C45}"/>
              </a:ext>
            </a:extLst>
          </p:cNvPr>
          <p:cNvSpPr>
            <a:spLocks noGrp="1"/>
          </p:cNvSpPr>
          <p:nvPr>
            <p:ph type="title"/>
          </p:nvPr>
        </p:nvSpPr>
        <p:spPr>
          <a:xfrm>
            <a:off x="504000" y="767237"/>
            <a:ext cx="10298679" cy="1318155"/>
          </a:xfrm>
        </p:spPr>
        <p:txBody>
          <a:bodyPr/>
          <a:lstStyle/>
          <a:p>
            <a:r>
              <a:rPr lang="en-AU" b="1" dirty="0">
                <a:solidFill>
                  <a:schemeClr val="bg1"/>
                </a:solidFill>
              </a:rPr>
              <a:t>Atchison &amp; Edwards Marshall Financial Solutions</a:t>
            </a:r>
          </a:p>
        </p:txBody>
      </p:sp>
      <p:sp>
        <p:nvSpPr>
          <p:cNvPr id="4" name="Slide Number Placeholder 3">
            <a:extLst>
              <a:ext uri="{FF2B5EF4-FFF2-40B4-BE49-F238E27FC236}">
                <a16:creationId xmlns:a16="http://schemas.microsoft.com/office/drawing/2014/main" id="{1F8E64A6-C0B0-4C86-63BE-6556F17A5ADA}"/>
              </a:ext>
            </a:extLst>
          </p:cNvPr>
          <p:cNvSpPr>
            <a:spLocks noGrp="1"/>
          </p:cNvSpPr>
          <p:nvPr>
            <p:ph type="sldNum" sz="quarter" idx="11"/>
          </p:nvPr>
        </p:nvSpPr>
        <p:spPr/>
        <p:txBody>
          <a:bodyPr/>
          <a:lstStyle/>
          <a:p>
            <a:fld id="{C88128C6-A6A3-394B-86F9-39BAF5F56AAC}" type="slidenum">
              <a:rPr lang="en-US" smtClean="0"/>
              <a:pPr/>
              <a:t>1</a:t>
            </a:fld>
            <a:endParaRPr lang="en-US"/>
          </a:p>
        </p:txBody>
      </p:sp>
      <p:sp>
        <p:nvSpPr>
          <p:cNvPr id="5" name="Subtitle 2">
            <a:extLst>
              <a:ext uri="{FF2B5EF4-FFF2-40B4-BE49-F238E27FC236}">
                <a16:creationId xmlns:a16="http://schemas.microsoft.com/office/drawing/2014/main" id="{9B92965C-4777-3741-AA7B-6F6D4240BB7A}"/>
              </a:ext>
            </a:extLst>
          </p:cNvPr>
          <p:cNvSpPr txBox="1">
            <a:spLocks/>
          </p:cNvSpPr>
          <p:nvPr/>
        </p:nvSpPr>
        <p:spPr>
          <a:xfrm>
            <a:off x="504000" y="3851080"/>
            <a:ext cx="4548809" cy="2406321"/>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sz="1500" b="1" dirty="0"/>
          </a:p>
          <a:p>
            <a:pPr marL="0" indent="0">
              <a:buNone/>
            </a:pPr>
            <a:r>
              <a:rPr lang="en-AU" sz="1500" dirty="0">
                <a:solidFill>
                  <a:schemeClr val="bg1"/>
                </a:solidFill>
                <a:cs typeface="Arial"/>
              </a:rPr>
              <a:t>Presenters:</a:t>
            </a:r>
          </a:p>
          <a:p>
            <a:pPr marL="0" indent="0">
              <a:buNone/>
            </a:pPr>
            <a:r>
              <a:rPr lang="en-AU" sz="1500" dirty="0">
                <a:solidFill>
                  <a:schemeClr val="bg1"/>
                </a:solidFill>
                <a:cs typeface="Arial"/>
              </a:rPr>
              <a:t>Kev Toohey – Partner</a:t>
            </a:r>
          </a:p>
          <a:p>
            <a:pPr marL="0" indent="0">
              <a:buNone/>
            </a:pPr>
            <a:r>
              <a:rPr lang="en-AU" sz="1500" dirty="0">
                <a:solidFill>
                  <a:schemeClr val="bg1"/>
                </a:solidFill>
                <a:cs typeface="Arial"/>
              </a:rPr>
              <a:t>Jamie Nemtsas - Director</a:t>
            </a:r>
          </a:p>
          <a:p>
            <a:pPr marL="0" indent="0">
              <a:buNone/>
            </a:pPr>
            <a:r>
              <a:rPr lang="en-AU" sz="1500" dirty="0">
                <a:solidFill>
                  <a:schemeClr val="bg1"/>
                </a:solidFill>
              </a:rPr>
              <a:t>Mishan Dahia – Research &amp; Investment Analyst</a:t>
            </a:r>
          </a:p>
          <a:p>
            <a:pPr marL="0" indent="0">
              <a:buNone/>
            </a:pPr>
            <a:endParaRPr lang="en-AU" sz="1500" dirty="0">
              <a:solidFill>
                <a:schemeClr val="bg1"/>
              </a:solidFill>
              <a:cs typeface="Arial"/>
            </a:endParaRPr>
          </a:p>
          <a:p>
            <a:pPr marL="0" indent="0">
              <a:buNone/>
            </a:pPr>
            <a:endParaRPr lang="en-AU" sz="1500" dirty="0">
              <a:cs typeface="Arial"/>
            </a:endParaRPr>
          </a:p>
        </p:txBody>
      </p:sp>
      <p:sp>
        <p:nvSpPr>
          <p:cNvPr id="7" name="TextBox 6">
            <a:extLst>
              <a:ext uri="{FF2B5EF4-FFF2-40B4-BE49-F238E27FC236}">
                <a16:creationId xmlns:a16="http://schemas.microsoft.com/office/drawing/2014/main" id="{E5878048-5600-EDA5-C00B-9E7C3EFA8925}"/>
              </a:ext>
            </a:extLst>
          </p:cNvPr>
          <p:cNvSpPr txBox="1"/>
          <p:nvPr/>
        </p:nvSpPr>
        <p:spPr>
          <a:xfrm>
            <a:off x="421269" y="5647277"/>
            <a:ext cx="6148812" cy="323165"/>
          </a:xfrm>
          <a:prstGeom prst="rect">
            <a:avLst/>
          </a:prstGeom>
          <a:noFill/>
        </p:spPr>
        <p:txBody>
          <a:bodyPr wrap="square">
            <a:spAutoFit/>
          </a:bodyPr>
          <a:lstStyle/>
          <a:p>
            <a:pPr>
              <a:buNone/>
            </a:pPr>
            <a:r>
              <a:rPr lang="en-AU" sz="1500" b="1" u="sng" dirty="0">
                <a:solidFill>
                  <a:schemeClr val="bg1"/>
                </a:solidFill>
                <a:effectLst/>
                <a:ea typeface="Aptos" panose="020B0004020202020204" pitchFamily="34" charset="0"/>
                <a:cs typeface="Aptos" panose="020B0004020202020204" pitchFamily="34" charset="0"/>
                <a:hlinkClick r:id="rId3">
                  <a:extLst>
                    <a:ext uri="{A12FA001-AC4F-418D-AE19-62706E023703}">
                      <ahyp:hlinkClr xmlns:ahyp="http://schemas.microsoft.com/office/drawing/2018/hyperlinkcolor" val="tx"/>
                    </a:ext>
                  </a:extLst>
                </a:hlinkClick>
              </a:rPr>
              <a:t>Atchison - Edwards Marshall Portal</a:t>
            </a:r>
            <a:endParaRPr lang="en-AU" sz="1500" b="1" dirty="0">
              <a:solidFill>
                <a:schemeClr val="bg1"/>
              </a:solidFill>
              <a:effectLst/>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497875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4A451-7549-6F6F-5DF1-18A54ECB5D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58532A-EE75-89FE-3A70-047EAC43A2AE}"/>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1. Firm Overview</a:t>
            </a:r>
            <a:endParaRPr lang="en-AU" sz="4000" b="1" dirty="0"/>
          </a:p>
        </p:txBody>
      </p:sp>
    </p:spTree>
    <p:extLst>
      <p:ext uri="{BB962C8B-B14F-4D97-AF65-F5344CB8AC3E}">
        <p14:creationId xmlns:p14="http://schemas.microsoft.com/office/powerpoint/2010/main" val="3247120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ED056-9945-FD5F-8160-B47C543941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D1BD2-D5E1-51A8-ACA0-8850D338C504}"/>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3</a:t>
            </a:fld>
            <a:endParaRPr lang="en-US"/>
          </a:p>
        </p:txBody>
      </p:sp>
      <p:sp>
        <p:nvSpPr>
          <p:cNvPr id="3" name="Content Placeholder 4">
            <a:extLst>
              <a:ext uri="{FF2B5EF4-FFF2-40B4-BE49-F238E27FC236}">
                <a16:creationId xmlns:a16="http://schemas.microsoft.com/office/drawing/2014/main" id="{60EB95DE-1014-8B3D-AD24-C04A4DB890CB}"/>
              </a:ext>
            </a:extLst>
          </p:cNvPr>
          <p:cNvSpPr txBox="1">
            <a:spLocks/>
          </p:cNvSpPr>
          <p:nvPr/>
        </p:nvSpPr>
        <p:spPr>
          <a:xfrm>
            <a:off x="435174" y="553749"/>
            <a:ext cx="10298679" cy="4719361"/>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mj-lt"/>
                <a:ea typeface="+mj-ea"/>
                <a:cs typeface="+mj-cs"/>
              </a:rPr>
              <a:t>Company Background: </a:t>
            </a:r>
          </a:p>
          <a:p>
            <a:pPr>
              <a:buFont typeface="Wingdings" panose="05000000000000000000" pitchFamily="2" charset="2"/>
              <a:buChar char="§"/>
            </a:pPr>
            <a:r>
              <a:rPr lang="en-US" sz="2400" dirty="0"/>
              <a:t>Founded in Melbourne in 2001, with satellite offices in Perth and Sydney.</a:t>
            </a:r>
          </a:p>
          <a:p>
            <a:pPr>
              <a:buFont typeface="Wingdings" panose="05000000000000000000" pitchFamily="2" charset="2"/>
              <a:buChar char="§"/>
            </a:pPr>
            <a:r>
              <a:rPr lang="en-US" sz="2400" dirty="0"/>
              <a:t>Serving superannuation funds, wealth management groups, family offices, charities, foundations and endowment funds.</a:t>
            </a:r>
          </a:p>
          <a:p>
            <a:pPr>
              <a:buFont typeface="Wingdings" panose="05000000000000000000" pitchFamily="2" charset="2"/>
              <a:buChar char="§"/>
            </a:pPr>
            <a:r>
              <a:rPr lang="en-US" sz="2400" dirty="0"/>
              <a:t>Specialising in Separately Managed Accounts, Consulting, Governance</a:t>
            </a:r>
          </a:p>
          <a:p>
            <a:pPr>
              <a:buFont typeface="Wingdings" panose="05000000000000000000" pitchFamily="2" charset="2"/>
              <a:buChar char="§"/>
            </a:pPr>
            <a:r>
              <a:rPr lang="en-US" sz="2400" dirty="0"/>
              <a:t>Ownership: 100% owned by management</a:t>
            </a:r>
          </a:p>
          <a:p>
            <a:pPr>
              <a:buFont typeface="Wingdings" panose="05000000000000000000" pitchFamily="2" charset="2"/>
              <a:buChar char="§"/>
            </a:pPr>
            <a:endParaRPr lang="en-US" sz="2400" dirty="0"/>
          </a:p>
          <a:p>
            <a:pPr>
              <a:buFont typeface="Arial" panose="020B0604020202020204" pitchFamily="34" charset="0"/>
              <a:buChar char="●"/>
            </a:pPr>
            <a:endParaRPr lang="en-US" sz="1000" dirty="0">
              <a:cs typeface="Arial"/>
            </a:endParaRPr>
          </a:p>
          <a:p>
            <a:pPr>
              <a:buFont typeface="Arial" panose="020B0604020202020204" pitchFamily="34" charset="0"/>
              <a:buChar char="●"/>
            </a:pPr>
            <a:endParaRPr lang="en-US" sz="1000" dirty="0">
              <a:cs typeface="Arial"/>
            </a:endParaRPr>
          </a:p>
          <a:p>
            <a:endParaRPr lang="en-US" sz="1100" dirty="0"/>
          </a:p>
        </p:txBody>
      </p:sp>
    </p:spTree>
    <p:extLst>
      <p:ext uri="{BB962C8B-B14F-4D97-AF65-F5344CB8AC3E}">
        <p14:creationId xmlns:p14="http://schemas.microsoft.com/office/powerpoint/2010/main" val="2090399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EFD7B-6DD5-9070-092D-B5ABD4CD88D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F2D6D1-4BE7-15FA-F180-4471F6547C69}"/>
              </a:ext>
            </a:extLst>
          </p:cNvPr>
          <p:cNvSpPr>
            <a:spLocks noGrp="1"/>
          </p:cNvSpPr>
          <p:nvPr>
            <p:ph type="sldNum" sz="quarter" idx="11"/>
          </p:nvPr>
        </p:nvSpPr>
        <p:spPr/>
        <p:txBody>
          <a:bodyPr/>
          <a:lstStyle/>
          <a:p>
            <a:fld id="{C88128C6-A6A3-394B-86F9-39BAF5F56AAC}" type="slidenum">
              <a:rPr lang="en-US" smtClean="0"/>
              <a:pPr/>
              <a:t>4</a:t>
            </a:fld>
            <a:endParaRPr lang="en-US"/>
          </a:p>
        </p:txBody>
      </p:sp>
      <p:sp>
        <p:nvSpPr>
          <p:cNvPr id="5" name="TextBox 4">
            <a:extLst>
              <a:ext uri="{FF2B5EF4-FFF2-40B4-BE49-F238E27FC236}">
                <a16:creationId xmlns:a16="http://schemas.microsoft.com/office/drawing/2014/main" id="{4C34279B-1A33-9A52-6173-43BB559429D2}"/>
              </a:ext>
            </a:extLst>
          </p:cNvPr>
          <p:cNvSpPr txBox="1"/>
          <p:nvPr/>
        </p:nvSpPr>
        <p:spPr>
          <a:xfrm>
            <a:off x="409871" y="1184185"/>
            <a:ext cx="9609826" cy="646331"/>
          </a:xfrm>
          <a:prstGeom prst="rect">
            <a:avLst/>
          </a:prstGeom>
          <a:noFill/>
        </p:spPr>
        <p:txBody>
          <a:bodyPr wrap="square" rtlCol="0">
            <a:spAutoFit/>
          </a:bodyPr>
          <a:lstStyle/>
          <a:p>
            <a:pPr algn="l" fontAlgn="base"/>
            <a:r>
              <a:rPr lang="en-AU" sz="1200" b="0" i="0">
                <a:effectLst/>
                <a:latin typeface="+mj-lt"/>
              </a:rPr>
              <a:t>Our linear structure ensures all members of Atchison can be effectively involved in contributing to maximising investment outcomes for our clients.</a:t>
            </a:r>
            <a:r>
              <a:rPr lang="en-AU" sz="1200">
                <a:latin typeface="+mj-lt"/>
              </a:rPr>
              <a:t> </a:t>
            </a:r>
            <a:r>
              <a:rPr lang="en-AU" sz="1200" b="0" i="0">
                <a:effectLst/>
                <a:latin typeface="+mj-lt"/>
              </a:rPr>
              <a:t>All team members provide high quality research, advice, and both customised solutions and model portfolios.</a:t>
            </a:r>
            <a:br>
              <a:rPr lang="en-AU" sz="1200" b="0" i="0">
                <a:effectLst/>
                <a:latin typeface="+mj-lt"/>
              </a:rPr>
            </a:br>
            <a:endParaRPr lang="en-AU" sz="1200" b="0" i="0">
              <a:effectLst/>
              <a:latin typeface="+mj-lt"/>
            </a:endParaRPr>
          </a:p>
        </p:txBody>
      </p:sp>
      <p:sp>
        <p:nvSpPr>
          <p:cNvPr id="12" name="Title 1">
            <a:extLst>
              <a:ext uri="{FF2B5EF4-FFF2-40B4-BE49-F238E27FC236}">
                <a16:creationId xmlns:a16="http://schemas.microsoft.com/office/drawing/2014/main" id="{1ED84D1C-690B-E070-41A9-0224C9287588}"/>
              </a:ext>
            </a:extLst>
          </p:cNvPr>
          <p:cNvSpPr>
            <a:spLocks noGrp="1"/>
          </p:cNvSpPr>
          <p:nvPr>
            <p:ph type="title"/>
          </p:nvPr>
        </p:nvSpPr>
        <p:spPr>
          <a:xfrm>
            <a:off x="504000" y="504001"/>
            <a:ext cx="10298679" cy="646332"/>
          </a:xfrm>
        </p:spPr>
        <p:txBody>
          <a:bodyPr/>
          <a:lstStyle/>
          <a:p>
            <a:r>
              <a:rPr lang="en-US" b="1" dirty="0"/>
              <a:t>Key Personnel</a:t>
            </a:r>
            <a:endParaRPr lang="en-AU" b="1" dirty="0"/>
          </a:p>
        </p:txBody>
      </p:sp>
      <p:pic>
        <p:nvPicPr>
          <p:cNvPr id="2" name="Picture 1" descr="A person in a suit smiling&#10;&#10;Description automatically generated">
            <a:extLst>
              <a:ext uri="{FF2B5EF4-FFF2-40B4-BE49-F238E27FC236}">
                <a16:creationId xmlns:a16="http://schemas.microsoft.com/office/drawing/2014/main" id="{5F19DB75-28C1-4395-C70C-54D694B5794E}"/>
              </a:ext>
            </a:extLst>
          </p:cNvPr>
          <p:cNvPicPr>
            <a:picLocks noChangeAspect="1"/>
          </p:cNvPicPr>
          <p:nvPr/>
        </p:nvPicPr>
        <p:blipFill>
          <a:blip r:embed="rId2"/>
          <a:stretch>
            <a:fillRect/>
          </a:stretch>
        </p:blipFill>
        <p:spPr>
          <a:xfrm>
            <a:off x="4384190" y="2004024"/>
            <a:ext cx="1301496" cy="1626870"/>
          </a:xfrm>
          <a:prstGeom prst="rect">
            <a:avLst/>
          </a:prstGeom>
        </p:spPr>
      </p:pic>
      <p:pic>
        <p:nvPicPr>
          <p:cNvPr id="4" name="Picture 3">
            <a:extLst>
              <a:ext uri="{FF2B5EF4-FFF2-40B4-BE49-F238E27FC236}">
                <a16:creationId xmlns:a16="http://schemas.microsoft.com/office/drawing/2014/main" id="{6E34C69E-FA50-AF0F-82F8-277DBD0A22B6}"/>
              </a:ext>
            </a:extLst>
          </p:cNvPr>
          <p:cNvPicPr>
            <a:picLocks noChangeAspect="1"/>
          </p:cNvPicPr>
          <p:nvPr/>
        </p:nvPicPr>
        <p:blipFill>
          <a:blip r:embed="rId3"/>
          <a:srcRect/>
          <a:stretch/>
        </p:blipFill>
        <p:spPr>
          <a:xfrm>
            <a:off x="6325980" y="2004025"/>
            <a:ext cx="1299800" cy="1624751"/>
          </a:xfrm>
          <a:prstGeom prst="rect">
            <a:avLst/>
          </a:prstGeom>
        </p:spPr>
      </p:pic>
      <p:pic>
        <p:nvPicPr>
          <p:cNvPr id="6" name="Picture 5" descr="Medium shot of a person smiling&#10;&#10;Description automatically generated">
            <a:extLst>
              <a:ext uri="{FF2B5EF4-FFF2-40B4-BE49-F238E27FC236}">
                <a16:creationId xmlns:a16="http://schemas.microsoft.com/office/drawing/2014/main" id="{E9AD0113-2082-FC16-DD0E-E5351C21F595}"/>
              </a:ext>
            </a:extLst>
          </p:cNvPr>
          <p:cNvPicPr>
            <a:picLocks noChangeAspect="1"/>
          </p:cNvPicPr>
          <p:nvPr/>
        </p:nvPicPr>
        <p:blipFill>
          <a:blip r:embed="rId4"/>
          <a:stretch>
            <a:fillRect/>
          </a:stretch>
        </p:blipFill>
        <p:spPr>
          <a:xfrm>
            <a:off x="8266076" y="2023737"/>
            <a:ext cx="1299801" cy="1624751"/>
          </a:xfrm>
          <a:prstGeom prst="rect">
            <a:avLst/>
          </a:prstGeom>
        </p:spPr>
      </p:pic>
      <p:pic>
        <p:nvPicPr>
          <p:cNvPr id="16" name="Picture 15" descr="A person in a suit smiling&#10;&#10;Description automatically generated">
            <a:extLst>
              <a:ext uri="{FF2B5EF4-FFF2-40B4-BE49-F238E27FC236}">
                <a16:creationId xmlns:a16="http://schemas.microsoft.com/office/drawing/2014/main" id="{116AFAFF-36D6-2E20-1B32-1C37D99D2C7E}"/>
              </a:ext>
            </a:extLst>
          </p:cNvPr>
          <p:cNvPicPr>
            <a:picLocks noChangeAspect="1"/>
          </p:cNvPicPr>
          <p:nvPr/>
        </p:nvPicPr>
        <p:blipFill>
          <a:blip r:embed="rId5"/>
          <a:stretch>
            <a:fillRect/>
          </a:stretch>
        </p:blipFill>
        <p:spPr>
          <a:xfrm>
            <a:off x="2444094" y="4377799"/>
            <a:ext cx="1299801" cy="1624751"/>
          </a:xfrm>
          <a:prstGeom prst="rect">
            <a:avLst/>
          </a:prstGeom>
        </p:spPr>
      </p:pic>
      <p:pic>
        <p:nvPicPr>
          <p:cNvPr id="17" name="Picture 16" descr="A person in a suit">
            <a:extLst>
              <a:ext uri="{FF2B5EF4-FFF2-40B4-BE49-F238E27FC236}">
                <a16:creationId xmlns:a16="http://schemas.microsoft.com/office/drawing/2014/main" id="{21F9FABD-F360-C7F9-1B3C-76C4F8A83EF4}"/>
              </a:ext>
            </a:extLst>
          </p:cNvPr>
          <p:cNvPicPr>
            <a:picLocks noChangeAspect="1"/>
          </p:cNvPicPr>
          <p:nvPr/>
        </p:nvPicPr>
        <p:blipFill>
          <a:blip r:embed="rId6"/>
          <a:stretch>
            <a:fillRect/>
          </a:stretch>
        </p:blipFill>
        <p:spPr>
          <a:xfrm>
            <a:off x="504000" y="4377800"/>
            <a:ext cx="1299801" cy="1624751"/>
          </a:xfrm>
          <a:prstGeom prst="rect">
            <a:avLst/>
          </a:prstGeom>
        </p:spPr>
      </p:pic>
      <p:pic>
        <p:nvPicPr>
          <p:cNvPr id="25" name="Picture 24" descr="A person in a suit and tie&#10;&#10;Description automatically generated">
            <a:extLst>
              <a:ext uri="{FF2B5EF4-FFF2-40B4-BE49-F238E27FC236}">
                <a16:creationId xmlns:a16="http://schemas.microsoft.com/office/drawing/2014/main" id="{788A749B-4A6B-9E50-AA43-DB235CD09901}"/>
              </a:ext>
            </a:extLst>
          </p:cNvPr>
          <p:cNvPicPr>
            <a:picLocks noChangeAspect="1"/>
          </p:cNvPicPr>
          <p:nvPr/>
        </p:nvPicPr>
        <p:blipFill>
          <a:blip r:embed="rId7"/>
          <a:stretch>
            <a:fillRect/>
          </a:stretch>
        </p:blipFill>
        <p:spPr>
          <a:xfrm>
            <a:off x="504000" y="2004025"/>
            <a:ext cx="1299801" cy="1624751"/>
          </a:xfrm>
          <a:prstGeom prst="rect">
            <a:avLst/>
          </a:prstGeom>
        </p:spPr>
      </p:pic>
      <p:pic>
        <p:nvPicPr>
          <p:cNvPr id="26" name="Picture 25" descr="A person in a suit and tie&#10;&#10;Description automatically generated">
            <a:extLst>
              <a:ext uri="{FF2B5EF4-FFF2-40B4-BE49-F238E27FC236}">
                <a16:creationId xmlns:a16="http://schemas.microsoft.com/office/drawing/2014/main" id="{5E5332E7-AA25-2659-50D1-BF66BD53AE83}"/>
              </a:ext>
            </a:extLst>
          </p:cNvPr>
          <p:cNvPicPr>
            <a:picLocks noChangeAspect="1"/>
          </p:cNvPicPr>
          <p:nvPr/>
        </p:nvPicPr>
        <p:blipFill>
          <a:blip r:embed="rId8"/>
          <a:stretch>
            <a:fillRect/>
          </a:stretch>
        </p:blipFill>
        <p:spPr>
          <a:xfrm>
            <a:off x="2444095" y="2004024"/>
            <a:ext cx="1299801" cy="1624752"/>
          </a:xfrm>
          <a:prstGeom prst="rect">
            <a:avLst/>
          </a:prstGeom>
        </p:spPr>
      </p:pic>
      <p:pic>
        <p:nvPicPr>
          <p:cNvPr id="27" name="Picture 26" descr="A person in a suit smiling&#10;&#10;Description automatically generated">
            <a:extLst>
              <a:ext uri="{FF2B5EF4-FFF2-40B4-BE49-F238E27FC236}">
                <a16:creationId xmlns:a16="http://schemas.microsoft.com/office/drawing/2014/main" id="{C48FBB1E-91A3-93D8-7827-A209274C8A30}"/>
              </a:ext>
            </a:extLst>
          </p:cNvPr>
          <p:cNvPicPr>
            <a:picLocks noChangeAspect="1"/>
          </p:cNvPicPr>
          <p:nvPr/>
        </p:nvPicPr>
        <p:blipFill>
          <a:blip r:embed="rId9"/>
          <a:stretch>
            <a:fillRect/>
          </a:stretch>
        </p:blipFill>
        <p:spPr>
          <a:xfrm>
            <a:off x="8266076" y="4377796"/>
            <a:ext cx="1299801" cy="1624751"/>
          </a:xfrm>
          <a:prstGeom prst="rect">
            <a:avLst/>
          </a:prstGeom>
        </p:spPr>
      </p:pic>
      <p:pic>
        <p:nvPicPr>
          <p:cNvPr id="28" name="Picture 27" descr="A person in a suit and tie&#10;&#10;Description automatically generated">
            <a:extLst>
              <a:ext uri="{FF2B5EF4-FFF2-40B4-BE49-F238E27FC236}">
                <a16:creationId xmlns:a16="http://schemas.microsoft.com/office/drawing/2014/main" id="{F2E40BB4-8DF1-FB6E-F0EB-CB8804972F67}"/>
              </a:ext>
            </a:extLst>
          </p:cNvPr>
          <p:cNvPicPr>
            <a:picLocks noChangeAspect="1"/>
          </p:cNvPicPr>
          <p:nvPr/>
        </p:nvPicPr>
        <p:blipFill>
          <a:blip r:embed="rId10"/>
          <a:stretch>
            <a:fillRect/>
          </a:stretch>
        </p:blipFill>
        <p:spPr>
          <a:xfrm>
            <a:off x="6325979" y="4377797"/>
            <a:ext cx="1299801" cy="1624751"/>
          </a:xfrm>
          <a:prstGeom prst="rect">
            <a:avLst/>
          </a:prstGeom>
        </p:spPr>
      </p:pic>
      <p:pic>
        <p:nvPicPr>
          <p:cNvPr id="29" name="Picture 28" descr="A person with short hair wearing a collared shirt&#10;&#10;Description automatically generated">
            <a:extLst>
              <a:ext uri="{FF2B5EF4-FFF2-40B4-BE49-F238E27FC236}">
                <a16:creationId xmlns:a16="http://schemas.microsoft.com/office/drawing/2014/main" id="{64ED7030-EC08-0FDA-4607-DF284AEA1482}"/>
              </a:ext>
            </a:extLst>
          </p:cNvPr>
          <p:cNvPicPr>
            <a:picLocks noChangeAspect="1"/>
          </p:cNvPicPr>
          <p:nvPr/>
        </p:nvPicPr>
        <p:blipFill>
          <a:blip r:embed="rId11"/>
          <a:stretch>
            <a:fillRect/>
          </a:stretch>
        </p:blipFill>
        <p:spPr>
          <a:xfrm>
            <a:off x="4385882" y="4377798"/>
            <a:ext cx="1299801" cy="1624751"/>
          </a:xfrm>
          <a:prstGeom prst="rect">
            <a:avLst/>
          </a:prstGeom>
        </p:spPr>
      </p:pic>
      <p:sp>
        <p:nvSpPr>
          <p:cNvPr id="30" name="TextBox 29">
            <a:extLst>
              <a:ext uri="{FF2B5EF4-FFF2-40B4-BE49-F238E27FC236}">
                <a16:creationId xmlns:a16="http://schemas.microsoft.com/office/drawing/2014/main" id="{CC13985D-55A5-E2B7-2B06-95A12947DC0C}"/>
              </a:ext>
            </a:extLst>
          </p:cNvPr>
          <p:cNvSpPr txBox="1"/>
          <p:nvPr/>
        </p:nvSpPr>
        <p:spPr>
          <a:xfrm>
            <a:off x="409871" y="3708793"/>
            <a:ext cx="1940943" cy="461665"/>
          </a:xfrm>
          <a:prstGeom prst="rect">
            <a:avLst/>
          </a:prstGeom>
          <a:noFill/>
        </p:spPr>
        <p:txBody>
          <a:bodyPr wrap="square" rtlCol="0">
            <a:spAutoFit/>
          </a:bodyPr>
          <a:lstStyle/>
          <a:p>
            <a:r>
              <a:rPr lang="en-AU" sz="1200" b="1"/>
              <a:t>Jake Jodlowski</a:t>
            </a:r>
            <a:br>
              <a:rPr lang="en-AU" sz="1200" b="1"/>
            </a:br>
            <a:r>
              <a:rPr lang="en-AU" sz="1200"/>
              <a:t>Principal</a:t>
            </a:r>
          </a:p>
        </p:txBody>
      </p:sp>
      <p:sp>
        <p:nvSpPr>
          <p:cNvPr id="31" name="TextBox 30">
            <a:extLst>
              <a:ext uri="{FF2B5EF4-FFF2-40B4-BE49-F238E27FC236}">
                <a16:creationId xmlns:a16="http://schemas.microsoft.com/office/drawing/2014/main" id="{DD96C476-17A4-23A2-B6EE-B2D7642C2968}"/>
              </a:ext>
            </a:extLst>
          </p:cNvPr>
          <p:cNvSpPr txBox="1"/>
          <p:nvPr/>
        </p:nvSpPr>
        <p:spPr>
          <a:xfrm>
            <a:off x="2331269" y="3685644"/>
            <a:ext cx="1940943" cy="461665"/>
          </a:xfrm>
          <a:prstGeom prst="rect">
            <a:avLst/>
          </a:prstGeom>
          <a:noFill/>
        </p:spPr>
        <p:txBody>
          <a:bodyPr wrap="square" rtlCol="0">
            <a:spAutoFit/>
          </a:bodyPr>
          <a:lstStyle/>
          <a:p>
            <a:r>
              <a:rPr lang="en-AU" sz="1200" b="1"/>
              <a:t>Kev Toohey</a:t>
            </a:r>
            <a:br>
              <a:rPr lang="en-AU" sz="1200" b="1"/>
            </a:br>
            <a:r>
              <a:rPr lang="en-AU" sz="1200"/>
              <a:t>Principal</a:t>
            </a:r>
          </a:p>
        </p:txBody>
      </p:sp>
      <p:sp>
        <p:nvSpPr>
          <p:cNvPr id="32" name="TextBox 31">
            <a:extLst>
              <a:ext uri="{FF2B5EF4-FFF2-40B4-BE49-F238E27FC236}">
                <a16:creationId xmlns:a16="http://schemas.microsoft.com/office/drawing/2014/main" id="{F975F69A-C123-3646-918D-C75BE563368D}"/>
              </a:ext>
            </a:extLst>
          </p:cNvPr>
          <p:cNvSpPr txBox="1"/>
          <p:nvPr/>
        </p:nvSpPr>
        <p:spPr>
          <a:xfrm>
            <a:off x="4275816" y="3708793"/>
            <a:ext cx="1940943" cy="646331"/>
          </a:xfrm>
          <a:prstGeom prst="rect">
            <a:avLst/>
          </a:prstGeom>
          <a:noFill/>
        </p:spPr>
        <p:txBody>
          <a:bodyPr wrap="square" rtlCol="0">
            <a:spAutoFit/>
          </a:bodyPr>
          <a:lstStyle/>
          <a:p>
            <a:r>
              <a:rPr lang="en-AU" sz="1200" b="1"/>
              <a:t>Mishan Dahia</a:t>
            </a:r>
            <a:br>
              <a:rPr lang="en-AU" sz="1200" b="1"/>
            </a:br>
            <a:r>
              <a:rPr lang="en-AU" sz="1200"/>
              <a:t>Research &amp; Investment Analyst</a:t>
            </a:r>
          </a:p>
        </p:txBody>
      </p:sp>
      <p:sp>
        <p:nvSpPr>
          <p:cNvPr id="33" name="TextBox 32">
            <a:extLst>
              <a:ext uri="{FF2B5EF4-FFF2-40B4-BE49-F238E27FC236}">
                <a16:creationId xmlns:a16="http://schemas.microsoft.com/office/drawing/2014/main" id="{C03C8B4E-D5CF-5A45-A2E7-609B716DAC26}"/>
              </a:ext>
            </a:extLst>
          </p:cNvPr>
          <p:cNvSpPr txBox="1"/>
          <p:nvPr/>
        </p:nvSpPr>
        <p:spPr>
          <a:xfrm>
            <a:off x="6243512" y="3685644"/>
            <a:ext cx="1940943" cy="461665"/>
          </a:xfrm>
          <a:prstGeom prst="rect">
            <a:avLst/>
          </a:prstGeom>
          <a:noFill/>
        </p:spPr>
        <p:txBody>
          <a:bodyPr wrap="square" rtlCol="0">
            <a:spAutoFit/>
          </a:bodyPr>
          <a:lstStyle/>
          <a:p>
            <a:r>
              <a:rPr lang="en-AU" sz="1200" b="1"/>
              <a:t>Nick Hatzis</a:t>
            </a:r>
            <a:br>
              <a:rPr lang="en-AU" sz="1200" b="1"/>
            </a:br>
            <a:r>
              <a:rPr lang="en-AU" sz="1200"/>
              <a:t>Investment Analyst</a:t>
            </a:r>
          </a:p>
        </p:txBody>
      </p:sp>
      <p:sp>
        <p:nvSpPr>
          <p:cNvPr id="34" name="TextBox 33">
            <a:extLst>
              <a:ext uri="{FF2B5EF4-FFF2-40B4-BE49-F238E27FC236}">
                <a16:creationId xmlns:a16="http://schemas.microsoft.com/office/drawing/2014/main" id="{A31667EA-C194-B69A-AB84-A1013D5A2513}"/>
              </a:ext>
            </a:extLst>
          </p:cNvPr>
          <p:cNvSpPr txBox="1"/>
          <p:nvPr/>
        </p:nvSpPr>
        <p:spPr>
          <a:xfrm>
            <a:off x="8153335" y="3685644"/>
            <a:ext cx="1940943" cy="461665"/>
          </a:xfrm>
          <a:prstGeom prst="rect">
            <a:avLst/>
          </a:prstGeom>
          <a:noFill/>
        </p:spPr>
        <p:txBody>
          <a:bodyPr wrap="square" rtlCol="0">
            <a:spAutoFit/>
          </a:bodyPr>
          <a:lstStyle/>
          <a:p>
            <a:r>
              <a:rPr lang="en-AU" sz="1200" b="1"/>
              <a:t>Ye Peng</a:t>
            </a:r>
            <a:br>
              <a:rPr lang="en-AU" sz="1200" b="1"/>
            </a:br>
            <a:r>
              <a:rPr lang="en-AU" sz="1200"/>
              <a:t>Developer &amp; Data Analyst</a:t>
            </a:r>
          </a:p>
        </p:txBody>
      </p:sp>
      <p:sp>
        <p:nvSpPr>
          <p:cNvPr id="35" name="TextBox 34">
            <a:extLst>
              <a:ext uri="{FF2B5EF4-FFF2-40B4-BE49-F238E27FC236}">
                <a16:creationId xmlns:a16="http://schemas.microsoft.com/office/drawing/2014/main" id="{0A2A443B-83BA-7E60-9EFA-ABFFAE9CE608}"/>
              </a:ext>
            </a:extLst>
          </p:cNvPr>
          <p:cNvSpPr txBox="1"/>
          <p:nvPr/>
        </p:nvSpPr>
        <p:spPr>
          <a:xfrm>
            <a:off x="409871" y="6046882"/>
            <a:ext cx="1940943" cy="461665"/>
          </a:xfrm>
          <a:prstGeom prst="rect">
            <a:avLst/>
          </a:prstGeom>
          <a:noFill/>
        </p:spPr>
        <p:txBody>
          <a:bodyPr wrap="square" rtlCol="0">
            <a:spAutoFit/>
          </a:bodyPr>
          <a:lstStyle/>
          <a:p>
            <a:r>
              <a:rPr lang="en-AU" sz="1200" b="1"/>
              <a:t>Jamie Nemtsas</a:t>
            </a:r>
            <a:br>
              <a:rPr lang="en-AU" sz="1200" b="1"/>
            </a:br>
            <a:r>
              <a:rPr lang="en-AU" sz="1200"/>
              <a:t>Director</a:t>
            </a:r>
          </a:p>
        </p:txBody>
      </p:sp>
      <p:sp>
        <p:nvSpPr>
          <p:cNvPr id="36" name="TextBox 35">
            <a:extLst>
              <a:ext uri="{FF2B5EF4-FFF2-40B4-BE49-F238E27FC236}">
                <a16:creationId xmlns:a16="http://schemas.microsoft.com/office/drawing/2014/main" id="{1F4ADCF4-E774-031B-1919-1A1BF76C84B9}"/>
              </a:ext>
            </a:extLst>
          </p:cNvPr>
          <p:cNvSpPr txBox="1"/>
          <p:nvPr/>
        </p:nvSpPr>
        <p:spPr>
          <a:xfrm>
            <a:off x="2342843" y="6046882"/>
            <a:ext cx="1940943" cy="461665"/>
          </a:xfrm>
          <a:prstGeom prst="rect">
            <a:avLst/>
          </a:prstGeom>
          <a:noFill/>
        </p:spPr>
        <p:txBody>
          <a:bodyPr wrap="square" rtlCol="0">
            <a:spAutoFit/>
          </a:bodyPr>
          <a:lstStyle/>
          <a:p>
            <a:r>
              <a:rPr lang="en-AU" sz="1200" b="1"/>
              <a:t>Drew Meredith</a:t>
            </a:r>
            <a:br>
              <a:rPr lang="en-AU" sz="1200" b="1"/>
            </a:br>
            <a:r>
              <a:rPr lang="en-AU" sz="1200"/>
              <a:t>Director</a:t>
            </a:r>
          </a:p>
        </p:txBody>
      </p:sp>
      <p:sp>
        <p:nvSpPr>
          <p:cNvPr id="37" name="TextBox 36">
            <a:extLst>
              <a:ext uri="{FF2B5EF4-FFF2-40B4-BE49-F238E27FC236}">
                <a16:creationId xmlns:a16="http://schemas.microsoft.com/office/drawing/2014/main" id="{A9BE0F06-99AC-5ABE-7EA2-B6173E05C5C2}"/>
              </a:ext>
            </a:extLst>
          </p:cNvPr>
          <p:cNvSpPr txBox="1"/>
          <p:nvPr/>
        </p:nvSpPr>
        <p:spPr>
          <a:xfrm>
            <a:off x="4275815" y="6035308"/>
            <a:ext cx="1940943" cy="461665"/>
          </a:xfrm>
          <a:prstGeom prst="rect">
            <a:avLst/>
          </a:prstGeom>
          <a:noFill/>
        </p:spPr>
        <p:txBody>
          <a:bodyPr wrap="square" rtlCol="0">
            <a:spAutoFit/>
          </a:bodyPr>
          <a:lstStyle/>
          <a:p>
            <a:r>
              <a:rPr lang="en-AU" sz="1200" b="1"/>
              <a:t>Terry Toohey</a:t>
            </a:r>
            <a:br>
              <a:rPr lang="en-AU" sz="1200" b="1"/>
            </a:br>
            <a:r>
              <a:rPr lang="en-AU" sz="1200"/>
              <a:t>Senior Consultant</a:t>
            </a:r>
          </a:p>
        </p:txBody>
      </p:sp>
      <p:sp>
        <p:nvSpPr>
          <p:cNvPr id="38" name="TextBox 37">
            <a:extLst>
              <a:ext uri="{FF2B5EF4-FFF2-40B4-BE49-F238E27FC236}">
                <a16:creationId xmlns:a16="http://schemas.microsoft.com/office/drawing/2014/main" id="{C760AE37-5828-1FD5-90C6-08D67198C9DC}"/>
              </a:ext>
            </a:extLst>
          </p:cNvPr>
          <p:cNvSpPr txBox="1"/>
          <p:nvPr/>
        </p:nvSpPr>
        <p:spPr>
          <a:xfrm>
            <a:off x="6243511" y="6035308"/>
            <a:ext cx="1940943" cy="461665"/>
          </a:xfrm>
          <a:prstGeom prst="rect">
            <a:avLst/>
          </a:prstGeom>
          <a:noFill/>
        </p:spPr>
        <p:txBody>
          <a:bodyPr wrap="square" rtlCol="0">
            <a:spAutoFit/>
          </a:bodyPr>
          <a:lstStyle/>
          <a:p>
            <a:r>
              <a:rPr lang="en-AU" sz="1200" b="1"/>
              <a:t>Peter Williamson</a:t>
            </a:r>
            <a:br>
              <a:rPr lang="en-AU" sz="1200" b="1"/>
            </a:br>
            <a:r>
              <a:rPr lang="en-AU" sz="1200"/>
              <a:t>Principal (Perth)</a:t>
            </a:r>
          </a:p>
        </p:txBody>
      </p:sp>
      <p:sp>
        <p:nvSpPr>
          <p:cNvPr id="39" name="TextBox 38">
            <a:extLst>
              <a:ext uri="{FF2B5EF4-FFF2-40B4-BE49-F238E27FC236}">
                <a16:creationId xmlns:a16="http://schemas.microsoft.com/office/drawing/2014/main" id="{A99B3A8F-248F-1214-4388-13A6AF9B9AE7}"/>
              </a:ext>
            </a:extLst>
          </p:cNvPr>
          <p:cNvSpPr txBox="1"/>
          <p:nvPr/>
        </p:nvSpPr>
        <p:spPr>
          <a:xfrm>
            <a:off x="8153334" y="6035308"/>
            <a:ext cx="1940943" cy="461665"/>
          </a:xfrm>
          <a:prstGeom prst="rect">
            <a:avLst/>
          </a:prstGeom>
          <a:noFill/>
        </p:spPr>
        <p:txBody>
          <a:bodyPr wrap="square" rtlCol="0">
            <a:spAutoFit/>
          </a:bodyPr>
          <a:lstStyle/>
          <a:p>
            <a:r>
              <a:rPr lang="en-AU" sz="1200" b="1"/>
              <a:t>Rohan Shan</a:t>
            </a:r>
            <a:br>
              <a:rPr lang="en-AU" sz="1200" b="1"/>
            </a:br>
            <a:r>
              <a:rPr lang="en-AU" sz="1200"/>
              <a:t>Senior Consultant</a:t>
            </a:r>
          </a:p>
        </p:txBody>
      </p:sp>
    </p:spTree>
    <p:extLst>
      <p:ext uri="{BB962C8B-B14F-4D97-AF65-F5344CB8AC3E}">
        <p14:creationId xmlns:p14="http://schemas.microsoft.com/office/powerpoint/2010/main" val="3062647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67155-6659-47C4-E762-DD8B9AB0F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15491-5125-6F12-0750-11BF40D98368}"/>
              </a:ext>
            </a:extLst>
          </p:cNvPr>
          <p:cNvSpPr>
            <a:spLocks noGrp="1"/>
          </p:cNvSpPr>
          <p:nvPr>
            <p:ph type="title"/>
          </p:nvPr>
        </p:nvSpPr>
        <p:spPr>
          <a:xfrm>
            <a:off x="504000" y="317187"/>
            <a:ext cx="10515934" cy="721485"/>
          </a:xfrm>
        </p:spPr>
        <p:txBody>
          <a:bodyPr/>
          <a:lstStyle/>
          <a:p>
            <a:r>
              <a:rPr lang="en-AU" b="1" dirty="0"/>
              <a:t>Key Differentiation</a:t>
            </a:r>
            <a:endParaRPr lang="en-US" b="1" dirty="0"/>
          </a:p>
        </p:txBody>
      </p:sp>
      <p:sp>
        <p:nvSpPr>
          <p:cNvPr id="4" name="Slide Number Placeholder 3">
            <a:extLst>
              <a:ext uri="{FF2B5EF4-FFF2-40B4-BE49-F238E27FC236}">
                <a16:creationId xmlns:a16="http://schemas.microsoft.com/office/drawing/2014/main" id="{FDEF7310-B866-920B-F9AE-79BFB27B714B}"/>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5</a:t>
            </a:fld>
            <a:endParaRPr lang="en-US"/>
          </a:p>
        </p:txBody>
      </p:sp>
      <p:sp>
        <p:nvSpPr>
          <p:cNvPr id="3" name="Content Placeholder 4">
            <a:extLst>
              <a:ext uri="{FF2B5EF4-FFF2-40B4-BE49-F238E27FC236}">
                <a16:creationId xmlns:a16="http://schemas.microsoft.com/office/drawing/2014/main" id="{A893BB4B-3194-57EC-7CBC-983F17D7B71B}"/>
              </a:ext>
            </a:extLst>
          </p:cNvPr>
          <p:cNvSpPr txBox="1">
            <a:spLocks/>
          </p:cNvSpPr>
          <p:nvPr/>
        </p:nvSpPr>
        <p:spPr>
          <a:xfrm>
            <a:off x="504000" y="1047205"/>
            <a:ext cx="11324206" cy="5493608"/>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400" b="1" dirty="0"/>
              <a:t>Availability: </a:t>
            </a:r>
            <a:r>
              <a:rPr lang="en-US" sz="2400" dirty="0"/>
              <a:t>Travelling to Adelaide monthly to service existing clients </a:t>
            </a:r>
            <a:endParaRPr lang="en-US" sz="2400" b="1" dirty="0"/>
          </a:p>
          <a:p>
            <a:pPr>
              <a:buFont typeface="Wingdings" panose="05000000000000000000" pitchFamily="2" charset="2"/>
              <a:buChar char="§"/>
            </a:pPr>
            <a:r>
              <a:rPr lang="en-US" sz="2400" b="1" dirty="0"/>
              <a:t>Operational efficiency: </a:t>
            </a:r>
            <a:r>
              <a:rPr lang="en-US" sz="2400" dirty="0"/>
              <a:t>Atchison SMA’s and Individual Asset Class Sleeves </a:t>
            </a:r>
          </a:p>
          <a:p>
            <a:pPr>
              <a:buFont typeface="Wingdings" panose="05000000000000000000" pitchFamily="2" charset="2"/>
              <a:buChar char="§"/>
            </a:pPr>
            <a:r>
              <a:rPr lang="en-US" sz="2400" b="1" dirty="0"/>
              <a:t>Support &amp; education: </a:t>
            </a:r>
            <a:r>
              <a:rPr lang="en-US" sz="2400" dirty="0"/>
              <a:t>Atchison workshops, explaining SMA’s and merging with your philosophy to ensure alignment and adoption</a:t>
            </a:r>
            <a:r>
              <a:rPr lang="en-US" sz="2400" b="1" dirty="0"/>
              <a:t>.</a:t>
            </a:r>
          </a:p>
          <a:p>
            <a:pPr>
              <a:buFont typeface="Wingdings" panose="05000000000000000000" pitchFamily="2" charset="2"/>
              <a:buChar char="§"/>
            </a:pPr>
            <a:r>
              <a:rPr lang="en-US" sz="2400" b="1" dirty="0"/>
              <a:t>Backend onboarding: </a:t>
            </a:r>
            <a:r>
              <a:rPr lang="en-US" sz="2400" dirty="0"/>
              <a:t>SOA, ROA wording + best practice implementation</a:t>
            </a:r>
          </a:p>
          <a:p>
            <a:pPr>
              <a:buFont typeface="Wingdings" panose="05000000000000000000" pitchFamily="2" charset="2"/>
              <a:buChar char="§"/>
            </a:pPr>
            <a:r>
              <a:rPr lang="en-US" sz="2400" b="1" dirty="0"/>
              <a:t>Full investment suite: </a:t>
            </a:r>
            <a:r>
              <a:rPr lang="en-US" sz="2400" dirty="0"/>
              <a:t>Available on CFS</a:t>
            </a:r>
          </a:p>
          <a:p>
            <a:pPr>
              <a:buFont typeface="Wingdings" panose="05000000000000000000" pitchFamily="2" charset="2"/>
              <a:buChar char="§"/>
            </a:pPr>
            <a:r>
              <a:rPr lang="en-US" sz="2400" b="1" dirty="0"/>
              <a:t>Performance and fees: </a:t>
            </a:r>
            <a:r>
              <a:rPr lang="en-US" sz="2400" dirty="0"/>
              <a:t>Q1 Performance (end of August 2025), and low fees. </a:t>
            </a:r>
          </a:p>
          <a:p>
            <a:pPr>
              <a:buFont typeface="Wingdings" panose="05000000000000000000" pitchFamily="2" charset="2"/>
              <a:buChar char="§"/>
            </a:pPr>
            <a:r>
              <a:rPr lang="en-US" sz="2400" b="1" dirty="0"/>
              <a:t>Transparency &amp; centralisation: </a:t>
            </a:r>
            <a:r>
              <a:rPr lang="en-US" sz="2400" dirty="0"/>
              <a:t>Simple web-based link </a:t>
            </a:r>
          </a:p>
          <a:p>
            <a:pPr>
              <a:buFont typeface="Wingdings" panose="05000000000000000000" pitchFamily="2" charset="2"/>
              <a:buChar char="§"/>
            </a:pPr>
            <a:r>
              <a:rPr lang="en-US" sz="2400" b="1" dirty="0"/>
              <a:t>Ownership: </a:t>
            </a:r>
            <a:r>
              <a:rPr lang="en-US" sz="2400" dirty="0"/>
              <a:t>100% staff owned, do not have a corporate entity </a:t>
            </a:r>
            <a:endParaRPr lang="en-US" sz="2400" b="1" dirty="0"/>
          </a:p>
          <a:p>
            <a:pPr>
              <a:buFont typeface="Wingdings" panose="05000000000000000000" pitchFamily="2" charset="2"/>
              <a:buChar char="§"/>
            </a:pPr>
            <a:endParaRPr lang="en-US" sz="1100" dirty="0"/>
          </a:p>
        </p:txBody>
      </p:sp>
    </p:spTree>
    <p:extLst>
      <p:ext uri="{BB962C8B-B14F-4D97-AF65-F5344CB8AC3E}">
        <p14:creationId xmlns:p14="http://schemas.microsoft.com/office/powerpoint/2010/main" val="3688673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7FE6-1600-B246-3731-9419B3F755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5AE7D8-A913-7B81-ED44-EE3C37D31353}"/>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2. Current Portfolio Review</a:t>
            </a:r>
            <a:endParaRPr lang="en-AU" sz="4000" b="1" dirty="0"/>
          </a:p>
        </p:txBody>
      </p:sp>
    </p:spTree>
    <p:extLst>
      <p:ext uri="{BB962C8B-B14F-4D97-AF65-F5344CB8AC3E}">
        <p14:creationId xmlns:p14="http://schemas.microsoft.com/office/powerpoint/2010/main" val="2539431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E4F02-17FD-BB4D-9258-0A3C9543F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32582-657B-9E5E-DC01-67CA000ABBFC}"/>
              </a:ext>
            </a:extLst>
          </p:cNvPr>
          <p:cNvSpPr>
            <a:spLocks noGrp="1"/>
          </p:cNvSpPr>
          <p:nvPr>
            <p:ph type="title"/>
          </p:nvPr>
        </p:nvSpPr>
        <p:spPr>
          <a:xfrm>
            <a:off x="504000" y="317187"/>
            <a:ext cx="10515934" cy="721485"/>
          </a:xfrm>
        </p:spPr>
        <p:txBody>
          <a:bodyPr/>
          <a:lstStyle/>
          <a:p>
            <a:r>
              <a:rPr lang="en-AU" b="1" dirty="0"/>
              <a:t>Structural Concerns – Total Portfolio</a:t>
            </a:r>
            <a:endParaRPr lang="en-US" b="1" dirty="0"/>
          </a:p>
        </p:txBody>
      </p:sp>
      <p:sp>
        <p:nvSpPr>
          <p:cNvPr id="4" name="Slide Number Placeholder 3">
            <a:extLst>
              <a:ext uri="{FF2B5EF4-FFF2-40B4-BE49-F238E27FC236}">
                <a16:creationId xmlns:a16="http://schemas.microsoft.com/office/drawing/2014/main" id="{0CF3AB28-B1A4-EA7C-3DCC-7399920C5748}"/>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7</a:t>
            </a:fld>
            <a:endParaRPr lang="en-US"/>
          </a:p>
        </p:txBody>
      </p:sp>
      <p:pic>
        <p:nvPicPr>
          <p:cNvPr id="6" name="Picture 5">
            <a:extLst>
              <a:ext uri="{FF2B5EF4-FFF2-40B4-BE49-F238E27FC236}">
                <a16:creationId xmlns:a16="http://schemas.microsoft.com/office/drawing/2014/main" id="{B4F8AC12-8273-5114-2D6D-23D5050E1289}"/>
              </a:ext>
            </a:extLst>
          </p:cNvPr>
          <p:cNvPicPr>
            <a:picLocks noChangeAspect="1"/>
          </p:cNvPicPr>
          <p:nvPr/>
        </p:nvPicPr>
        <p:blipFill>
          <a:blip r:embed="rId2"/>
          <a:stretch>
            <a:fillRect/>
          </a:stretch>
        </p:blipFill>
        <p:spPr>
          <a:xfrm>
            <a:off x="5361651" y="910161"/>
            <a:ext cx="6620799" cy="5706271"/>
          </a:xfrm>
          <a:prstGeom prst="rect">
            <a:avLst/>
          </a:prstGeom>
        </p:spPr>
      </p:pic>
      <p:sp>
        <p:nvSpPr>
          <p:cNvPr id="7" name="Content Placeholder 4">
            <a:extLst>
              <a:ext uri="{FF2B5EF4-FFF2-40B4-BE49-F238E27FC236}">
                <a16:creationId xmlns:a16="http://schemas.microsoft.com/office/drawing/2014/main" id="{C6B445EF-AC3C-852A-B338-2230DF4F6BA5}"/>
              </a:ext>
            </a:extLst>
          </p:cNvPr>
          <p:cNvSpPr txBox="1">
            <a:spLocks/>
          </p:cNvSpPr>
          <p:nvPr/>
        </p:nvSpPr>
        <p:spPr>
          <a:xfrm>
            <a:off x="503999" y="1038671"/>
            <a:ext cx="4343303" cy="5706271"/>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EMFS:</a:t>
            </a:r>
          </a:p>
          <a:p>
            <a:pPr>
              <a:buFont typeface="Wingdings" panose="05000000000000000000" pitchFamily="2" charset="2"/>
              <a:buChar char="§"/>
            </a:pPr>
            <a:r>
              <a:rPr lang="en-US" sz="2400" dirty="0"/>
              <a:t>Too much Long Duration exposure = heightened interest rate sensitivity</a:t>
            </a:r>
          </a:p>
          <a:p>
            <a:pPr>
              <a:buFont typeface="Wingdings" panose="05000000000000000000" pitchFamily="2" charset="2"/>
              <a:buChar char="§"/>
            </a:pPr>
            <a:r>
              <a:rPr lang="en-US" sz="2400" dirty="0"/>
              <a:t>Floating rate exposure too low and too concentrated to one name. </a:t>
            </a:r>
          </a:p>
          <a:p>
            <a:pPr>
              <a:buFont typeface="Wingdings" panose="05000000000000000000" pitchFamily="2" charset="2"/>
              <a:buChar char="§"/>
            </a:pPr>
            <a:r>
              <a:rPr lang="en-US" sz="2400" dirty="0"/>
              <a:t>Concentrated gold exposure. Opportunity for differentiated return drivers through greater diversification in Alternatives.</a:t>
            </a:r>
          </a:p>
          <a:p>
            <a:pPr>
              <a:buFont typeface="Wingdings" panose="05000000000000000000" pitchFamily="2" charset="2"/>
              <a:buChar char="§"/>
            </a:pPr>
            <a:r>
              <a:rPr lang="en-US" sz="2400" dirty="0"/>
              <a:t>75+% Equities and Duration exposure. </a:t>
            </a:r>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3224108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3A309-E79D-D041-2BF2-03DBC7F24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B6A48-C3AE-D323-3407-B169D3904BFF}"/>
              </a:ext>
            </a:extLst>
          </p:cNvPr>
          <p:cNvSpPr>
            <a:spLocks noGrp="1"/>
          </p:cNvSpPr>
          <p:nvPr>
            <p:ph type="title"/>
          </p:nvPr>
        </p:nvSpPr>
        <p:spPr>
          <a:xfrm>
            <a:off x="317187" y="153078"/>
            <a:ext cx="5424852" cy="721485"/>
          </a:xfrm>
        </p:spPr>
        <p:txBody>
          <a:bodyPr/>
          <a:lstStyle/>
          <a:p>
            <a:r>
              <a:rPr lang="en-AU" b="1" dirty="0"/>
              <a:t>Structural Concerns</a:t>
            </a:r>
            <a:endParaRPr lang="en-US" b="1" dirty="0"/>
          </a:p>
        </p:txBody>
      </p:sp>
      <p:sp>
        <p:nvSpPr>
          <p:cNvPr id="4" name="Slide Number Placeholder 3">
            <a:extLst>
              <a:ext uri="{FF2B5EF4-FFF2-40B4-BE49-F238E27FC236}">
                <a16:creationId xmlns:a16="http://schemas.microsoft.com/office/drawing/2014/main" id="{2E387394-E395-4DD7-38B7-C37937CC8CDA}"/>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8</a:t>
            </a:fld>
            <a:endParaRPr lang="en-US"/>
          </a:p>
        </p:txBody>
      </p:sp>
      <p:pic>
        <p:nvPicPr>
          <p:cNvPr id="9" name="Picture 8">
            <a:extLst>
              <a:ext uri="{FF2B5EF4-FFF2-40B4-BE49-F238E27FC236}">
                <a16:creationId xmlns:a16="http://schemas.microsoft.com/office/drawing/2014/main" id="{B9FB4F9C-57D3-1874-3738-5847F1448ACB}"/>
              </a:ext>
            </a:extLst>
          </p:cNvPr>
          <p:cNvPicPr>
            <a:picLocks noChangeAspect="1"/>
          </p:cNvPicPr>
          <p:nvPr/>
        </p:nvPicPr>
        <p:blipFill>
          <a:blip r:embed="rId2"/>
          <a:stretch>
            <a:fillRect/>
          </a:stretch>
        </p:blipFill>
        <p:spPr>
          <a:xfrm>
            <a:off x="6095999" y="3620555"/>
            <a:ext cx="5905607" cy="3035206"/>
          </a:xfrm>
          <a:prstGeom prst="rect">
            <a:avLst/>
          </a:prstGeom>
          <a:ln>
            <a:solidFill>
              <a:schemeClr val="bg2"/>
            </a:solidFill>
          </a:ln>
        </p:spPr>
      </p:pic>
      <p:pic>
        <p:nvPicPr>
          <p:cNvPr id="13" name="Picture 12">
            <a:extLst>
              <a:ext uri="{FF2B5EF4-FFF2-40B4-BE49-F238E27FC236}">
                <a16:creationId xmlns:a16="http://schemas.microsoft.com/office/drawing/2014/main" id="{2F5696A0-884A-731A-4BC9-106BF8FA0F20}"/>
              </a:ext>
            </a:extLst>
          </p:cNvPr>
          <p:cNvPicPr>
            <a:picLocks noChangeAspect="1"/>
          </p:cNvPicPr>
          <p:nvPr/>
        </p:nvPicPr>
        <p:blipFill>
          <a:blip r:embed="rId3"/>
          <a:stretch>
            <a:fillRect/>
          </a:stretch>
        </p:blipFill>
        <p:spPr>
          <a:xfrm>
            <a:off x="108153" y="3620553"/>
            <a:ext cx="5905609" cy="3035207"/>
          </a:xfrm>
          <a:prstGeom prst="rect">
            <a:avLst/>
          </a:prstGeom>
          <a:ln>
            <a:solidFill>
              <a:schemeClr val="bg2"/>
            </a:solidFill>
          </a:ln>
        </p:spPr>
      </p:pic>
      <p:cxnSp>
        <p:nvCxnSpPr>
          <p:cNvPr id="15" name="Straight Connector 14">
            <a:extLst>
              <a:ext uri="{FF2B5EF4-FFF2-40B4-BE49-F238E27FC236}">
                <a16:creationId xmlns:a16="http://schemas.microsoft.com/office/drawing/2014/main" id="{6A1575E0-9F7F-1AE3-6CBC-A48672258E5B}"/>
              </a:ext>
            </a:extLst>
          </p:cNvPr>
          <p:cNvCxnSpPr>
            <a:cxnSpLocks/>
          </p:cNvCxnSpPr>
          <p:nvPr/>
        </p:nvCxnSpPr>
        <p:spPr>
          <a:xfrm>
            <a:off x="6056672" y="3251221"/>
            <a:ext cx="0" cy="3483876"/>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953CF891-97F6-7B39-6FE3-B89A64327CEF}"/>
              </a:ext>
            </a:extLst>
          </p:cNvPr>
          <p:cNvSpPr txBox="1"/>
          <p:nvPr/>
        </p:nvSpPr>
        <p:spPr>
          <a:xfrm>
            <a:off x="39328" y="728889"/>
            <a:ext cx="11641389" cy="3123932"/>
          </a:xfrm>
          <a:prstGeom prst="rect">
            <a:avLst/>
          </a:prstGeom>
          <a:noFill/>
        </p:spPr>
        <p:txBody>
          <a:bodyPr wrap="square">
            <a:spAutoFit/>
          </a:bodyPr>
          <a:lstStyle/>
          <a:p>
            <a:pPr>
              <a:spcAft>
                <a:spcPts val="600"/>
              </a:spcAft>
            </a:pPr>
            <a:r>
              <a:rPr lang="en-US" b="1" dirty="0"/>
              <a:t>EMFS:</a:t>
            </a:r>
          </a:p>
          <a:p>
            <a:pPr>
              <a:spcAft>
                <a:spcPts val="600"/>
              </a:spcAft>
              <a:buFont typeface="Wingdings" panose="05000000000000000000" pitchFamily="2" charset="2"/>
              <a:buChar char="§"/>
            </a:pPr>
            <a:r>
              <a:rPr lang="en-US" dirty="0"/>
              <a:t> Cochlea (COH), Fortescue (FMG), Insurance Australian Group (IAG), Origin Energy (ORG), QBE Insurance Group (QBE), Rio Tinto Ltd (RIO) each holding is </a:t>
            </a:r>
            <a:r>
              <a:rPr lang="en-US" b="1" dirty="0"/>
              <a:t>&lt; 0.1% weight in the total portfolio.</a:t>
            </a:r>
            <a:endParaRPr lang="en-US" dirty="0"/>
          </a:p>
          <a:p>
            <a:pPr>
              <a:spcAft>
                <a:spcPts val="600"/>
              </a:spcAft>
              <a:buFont typeface="Wingdings" panose="05000000000000000000" pitchFamily="2" charset="2"/>
              <a:buChar char="§"/>
            </a:pPr>
            <a:r>
              <a:rPr lang="en-US" sz="1800" dirty="0"/>
              <a:t> Each of these positions holds a </a:t>
            </a:r>
            <a:r>
              <a:rPr lang="en-US" dirty="0"/>
              <a:t>value between </a:t>
            </a:r>
            <a:r>
              <a:rPr lang="en-US" sz="1800" b="1" dirty="0"/>
              <a:t>$314 - $882 in a total $1M portfolio</a:t>
            </a:r>
            <a:r>
              <a:rPr lang="en-US" sz="1800" dirty="0"/>
              <a:t>. </a:t>
            </a:r>
          </a:p>
          <a:p>
            <a:pPr>
              <a:spcAft>
                <a:spcPts val="600"/>
              </a:spcAft>
              <a:buFont typeface="Wingdings" panose="05000000000000000000" pitchFamily="2" charset="2"/>
              <a:buChar char="§"/>
            </a:pPr>
            <a:r>
              <a:rPr lang="en-US" sz="1800" dirty="0"/>
              <a:t> These positions add little to no value in the </a:t>
            </a:r>
            <a:r>
              <a:rPr lang="en-US" dirty="0"/>
              <a:t>total portfolio</a:t>
            </a:r>
          </a:p>
          <a:p>
            <a:pPr>
              <a:spcAft>
                <a:spcPts val="600"/>
              </a:spcAft>
            </a:pPr>
            <a:r>
              <a:rPr lang="en-US" b="1" dirty="0"/>
              <a:t>Atchison:</a:t>
            </a:r>
          </a:p>
          <a:p>
            <a:pPr>
              <a:spcAft>
                <a:spcPts val="600"/>
              </a:spcAft>
              <a:buFont typeface="Wingdings" panose="05000000000000000000" pitchFamily="2" charset="2"/>
              <a:buChar char="§"/>
            </a:pPr>
            <a:r>
              <a:rPr lang="en-US" dirty="0"/>
              <a:t> Greater diversification and alpha generation potential through, sector, sub-sector, weighting</a:t>
            </a:r>
          </a:p>
          <a:p>
            <a:pPr>
              <a:spcAft>
                <a:spcPts val="600"/>
              </a:spcAft>
            </a:pPr>
            <a:endParaRPr lang="en-US" sz="1800" b="1" dirty="0"/>
          </a:p>
          <a:p>
            <a:pPr>
              <a:spcAft>
                <a:spcPts val="600"/>
              </a:spcAft>
              <a:buFont typeface="Wingdings" panose="05000000000000000000" pitchFamily="2" charset="2"/>
              <a:buChar char="§"/>
            </a:pPr>
            <a:endParaRPr lang="en-US" sz="1800" dirty="0"/>
          </a:p>
        </p:txBody>
      </p:sp>
      <p:sp>
        <p:nvSpPr>
          <p:cNvPr id="18" name="TextBox 17">
            <a:extLst>
              <a:ext uri="{FF2B5EF4-FFF2-40B4-BE49-F238E27FC236}">
                <a16:creationId xmlns:a16="http://schemas.microsoft.com/office/drawing/2014/main" id="{239E1DE8-7A2D-5756-5D8F-DAAB19974564}"/>
              </a:ext>
            </a:extLst>
          </p:cNvPr>
          <p:cNvSpPr txBox="1"/>
          <p:nvPr/>
        </p:nvSpPr>
        <p:spPr>
          <a:xfrm>
            <a:off x="6607279" y="3251221"/>
            <a:ext cx="5132434" cy="369332"/>
          </a:xfrm>
          <a:prstGeom prst="rect">
            <a:avLst/>
          </a:prstGeom>
          <a:noFill/>
        </p:spPr>
        <p:txBody>
          <a:bodyPr wrap="square">
            <a:spAutoFit/>
          </a:bodyPr>
          <a:lstStyle/>
          <a:p>
            <a:r>
              <a:rPr lang="en-US" sz="1800" b="1" dirty="0"/>
              <a:t>Atchison </a:t>
            </a:r>
            <a:r>
              <a:rPr lang="en-US" b="1" dirty="0"/>
              <a:t>20 Equal Weighted Direct Equities</a:t>
            </a:r>
            <a:endParaRPr lang="en-AU" b="1" dirty="0"/>
          </a:p>
        </p:txBody>
      </p:sp>
      <p:sp>
        <p:nvSpPr>
          <p:cNvPr id="19" name="TextBox 18">
            <a:extLst>
              <a:ext uri="{FF2B5EF4-FFF2-40B4-BE49-F238E27FC236}">
                <a16:creationId xmlns:a16="http://schemas.microsoft.com/office/drawing/2014/main" id="{111CCA2E-2D80-C7F3-EC5C-C79CA710F07A}"/>
              </a:ext>
            </a:extLst>
          </p:cNvPr>
          <p:cNvSpPr txBox="1"/>
          <p:nvPr/>
        </p:nvSpPr>
        <p:spPr>
          <a:xfrm>
            <a:off x="731121" y="3251221"/>
            <a:ext cx="4712416" cy="369332"/>
          </a:xfrm>
          <a:prstGeom prst="rect">
            <a:avLst/>
          </a:prstGeom>
          <a:noFill/>
        </p:spPr>
        <p:txBody>
          <a:bodyPr wrap="square">
            <a:spAutoFit/>
          </a:bodyPr>
          <a:lstStyle/>
          <a:p>
            <a:pPr algn="ctr"/>
            <a:r>
              <a:rPr lang="en-US" sz="1800" b="1" dirty="0"/>
              <a:t>EMFS Australian Equities</a:t>
            </a:r>
            <a:endParaRPr lang="en-AU" b="1" dirty="0"/>
          </a:p>
        </p:txBody>
      </p:sp>
    </p:spTree>
    <p:extLst>
      <p:ext uri="{BB962C8B-B14F-4D97-AF65-F5344CB8AC3E}">
        <p14:creationId xmlns:p14="http://schemas.microsoft.com/office/powerpoint/2010/main" val="1678031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22089-80D8-3DC3-FC70-9C50152D7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82904-A6AD-23AE-4220-18854E907990}"/>
              </a:ext>
            </a:extLst>
          </p:cNvPr>
          <p:cNvSpPr>
            <a:spLocks noGrp="1"/>
          </p:cNvSpPr>
          <p:nvPr>
            <p:ph type="title"/>
          </p:nvPr>
        </p:nvSpPr>
        <p:spPr>
          <a:xfrm>
            <a:off x="504000" y="317187"/>
            <a:ext cx="10515934" cy="721485"/>
          </a:xfrm>
        </p:spPr>
        <p:txBody>
          <a:bodyPr/>
          <a:lstStyle/>
          <a:p>
            <a:r>
              <a:rPr lang="en-AU" b="1" dirty="0"/>
              <a:t>Structural Concerns – Australian Equities</a:t>
            </a:r>
            <a:endParaRPr lang="en-US" b="1" dirty="0"/>
          </a:p>
        </p:txBody>
      </p:sp>
      <p:sp>
        <p:nvSpPr>
          <p:cNvPr id="4" name="Slide Number Placeholder 3">
            <a:extLst>
              <a:ext uri="{FF2B5EF4-FFF2-40B4-BE49-F238E27FC236}">
                <a16:creationId xmlns:a16="http://schemas.microsoft.com/office/drawing/2014/main" id="{56F81D87-23A7-BA46-D45B-D1BB31151EBE}"/>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9</a:t>
            </a:fld>
            <a:endParaRPr lang="en-US"/>
          </a:p>
        </p:txBody>
      </p:sp>
      <p:sp>
        <p:nvSpPr>
          <p:cNvPr id="3" name="Content Placeholder 4">
            <a:extLst>
              <a:ext uri="{FF2B5EF4-FFF2-40B4-BE49-F238E27FC236}">
                <a16:creationId xmlns:a16="http://schemas.microsoft.com/office/drawing/2014/main" id="{56A74CAD-AADA-A686-24FA-AAAAAC6FEB37}"/>
              </a:ext>
            </a:extLst>
          </p:cNvPr>
          <p:cNvSpPr txBox="1">
            <a:spLocks/>
          </p:cNvSpPr>
          <p:nvPr/>
        </p:nvSpPr>
        <p:spPr>
          <a:xfrm>
            <a:off x="580105" y="1135693"/>
            <a:ext cx="2517058" cy="958576"/>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EMFS:</a:t>
            </a:r>
          </a:p>
          <a:p>
            <a:pPr>
              <a:buFont typeface="Wingdings" panose="05000000000000000000" pitchFamily="2" charset="2"/>
              <a:buChar char="§"/>
            </a:pPr>
            <a:r>
              <a:rPr lang="en-US" sz="2400" dirty="0"/>
              <a:t>O/W financials </a:t>
            </a:r>
          </a:p>
          <a:p>
            <a:pPr>
              <a:buFont typeface="Wingdings" panose="05000000000000000000" pitchFamily="2" charset="2"/>
              <a:buChar char="§"/>
            </a:pPr>
            <a:endParaRPr lang="en-US" sz="2400" dirty="0"/>
          </a:p>
        </p:txBody>
      </p:sp>
      <p:pic>
        <p:nvPicPr>
          <p:cNvPr id="6" name="Picture 5" descr="A graph of a person with a pink and yellow bar&#10;&#10;AI-generated content may be incorrect.">
            <a:extLst>
              <a:ext uri="{FF2B5EF4-FFF2-40B4-BE49-F238E27FC236}">
                <a16:creationId xmlns:a16="http://schemas.microsoft.com/office/drawing/2014/main" id="{F9002F60-770B-E198-673E-5CA6BF49BC4F}"/>
              </a:ext>
            </a:extLst>
          </p:cNvPr>
          <p:cNvPicPr>
            <a:picLocks noChangeAspect="1"/>
          </p:cNvPicPr>
          <p:nvPr/>
        </p:nvPicPr>
        <p:blipFill>
          <a:blip r:embed="rId2"/>
          <a:stretch>
            <a:fillRect/>
          </a:stretch>
        </p:blipFill>
        <p:spPr>
          <a:xfrm>
            <a:off x="3290631" y="919757"/>
            <a:ext cx="7141397" cy="2597731"/>
          </a:xfrm>
          <a:prstGeom prst="rect">
            <a:avLst/>
          </a:prstGeom>
        </p:spPr>
      </p:pic>
      <p:pic>
        <p:nvPicPr>
          <p:cNvPr id="8" name="Picture 7" descr="A graph of different colored bars&#10;&#10;AI-generated content may be incorrect.">
            <a:extLst>
              <a:ext uri="{FF2B5EF4-FFF2-40B4-BE49-F238E27FC236}">
                <a16:creationId xmlns:a16="http://schemas.microsoft.com/office/drawing/2014/main" id="{01CFD2D0-F1AE-5F6B-71A2-6751C39F0DEF}"/>
              </a:ext>
            </a:extLst>
          </p:cNvPr>
          <p:cNvPicPr>
            <a:picLocks noChangeAspect="1"/>
          </p:cNvPicPr>
          <p:nvPr/>
        </p:nvPicPr>
        <p:blipFill>
          <a:blip r:embed="rId3"/>
          <a:stretch>
            <a:fillRect/>
          </a:stretch>
        </p:blipFill>
        <p:spPr>
          <a:xfrm>
            <a:off x="3290631" y="3625646"/>
            <a:ext cx="6971071" cy="2995382"/>
          </a:xfrm>
          <a:prstGeom prst="rect">
            <a:avLst/>
          </a:prstGeom>
        </p:spPr>
      </p:pic>
      <p:sp>
        <p:nvSpPr>
          <p:cNvPr id="9" name="Content Placeholder 4">
            <a:extLst>
              <a:ext uri="{FF2B5EF4-FFF2-40B4-BE49-F238E27FC236}">
                <a16:creationId xmlns:a16="http://schemas.microsoft.com/office/drawing/2014/main" id="{382CA3BD-B842-2C7D-1A11-1D5093529F14}"/>
              </a:ext>
            </a:extLst>
          </p:cNvPr>
          <p:cNvSpPr txBox="1">
            <a:spLocks/>
          </p:cNvSpPr>
          <p:nvPr/>
        </p:nvSpPr>
        <p:spPr>
          <a:xfrm>
            <a:off x="580105" y="3846845"/>
            <a:ext cx="2517058" cy="958576"/>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Atchison:</a:t>
            </a:r>
          </a:p>
          <a:p>
            <a:pPr>
              <a:buFont typeface="Wingdings" panose="05000000000000000000" pitchFamily="2" charset="2"/>
              <a:buChar char="§"/>
            </a:pPr>
            <a:r>
              <a:rPr lang="en-US" sz="2400" dirty="0"/>
              <a:t>U/W financials</a:t>
            </a:r>
          </a:p>
          <a:p>
            <a:pPr>
              <a:buFont typeface="Wingdings" panose="05000000000000000000" pitchFamily="2" charset="2"/>
              <a:buChar char="§"/>
            </a:pPr>
            <a:r>
              <a:rPr lang="en-US" sz="2400" dirty="0"/>
              <a:t>U/W materials </a:t>
            </a:r>
          </a:p>
          <a:p>
            <a:pPr>
              <a:buFont typeface="Wingdings" panose="05000000000000000000" pitchFamily="2" charset="2"/>
              <a:buChar char="§"/>
            </a:pPr>
            <a:r>
              <a:rPr lang="en-US" sz="2400" dirty="0"/>
              <a:t>Greater exposure to all sectors</a:t>
            </a:r>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1817928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62257-4FB2-7929-0326-4A1968F0B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0C724-9323-6765-32CB-FFEAF8F93335}"/>
              </a:ext>
            </a:extLst>
          </p:cNvPr>
          <p:cNvSpPr>
            <a:spLocks noGrp="1"/>
          </p:cNvSpPr>
          <p:nvPr>
            <p:ph type="title"/>
          </p:nvPr>
        </p:nvSpPr>
        <p:spPr>
          <a:xfrm>
            <a:off x="504000" y="317187"/>
            <a:ext cx="10515934" cy="721485"/>
          </a:xfrm>
        </p:spPr>
        <p:txBody>
          <a:bodyPr/>
          <a:lstStyle/>
          <a:p>
            <a:r>
              <a:rPr lang="en-AU" b="1" dirty="0"/>
              <a:t>Structural Concerns – Australian Equities</a:t>
            </a:r>
            <a:endParaRPr lang="en-US" b="1" dirty="0"/>
          </a:p>
        </p:txBody>
      </p:sp>
      <p:sp>
        <p:nvSpPr>
          <p:cNvPr id="4" name="Slide Number Placeholder 3">
            <a:extLst>
              <a:ext uri="{FF2B5EF4-FFF2-40B4-BE49-F238E27FC236}">
                <a16:creationId xmlns:a16="http://schemas.microsoft.com/office/drawing/2014/main" id="{01E6CEE4-ADDE-DB11-05D1-6884C05D4BC4}"/>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10</a:t>
            </a:fld>
            <a:endParaRPr lang="en-US"/>
          </a:p>
        </p:txBody>
      </p:sp>
      <p:sp>
        <p:nvSpPr>
          <p:cNvPr id="3" name="Content Placeholder 4">
            <a:extLst>
              <a:ext uri="{FF2B5EF4-FFF2-40B4-BE49-F238E27FC236}">
                <a16:creationId xmlns:a16="http://schemas.microsoft.com/office/drawing/2014/main" id="{9B37D462-C98A-B253-4DB0-DE2645DCC52C}"/>
              </a:ext>
            </a:extLst>
          </p:cNvPr>
          <p:cNvSpPr txBox="1">
            <a:spLocks/>
          </p:cNvSpPr>
          <p:nvPr/>
        </p:nvSpPr>
        <p:spPr>
          <a:xfrm>
            <a:off x="501448" y="1135693"/>
            <a:ext cx="10835148" cy="5117500"/>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Return on Equity: </a:t>
            </a:r>
          </a:p>
          <a:p>
            <a:pPr marL="0" indent="0">
              <a:buNone/>
            </a:pPr>
            <a:r>
              <a:rPr lang="en-US" sz="2400" dirty="0"/>
              <a:t>14.03 EMFS, 21.01 Atchison</a:t>
            </a:r>
          </a:p>
          <a:p>
            <a:pPr marL="0" indent="0">
              <a:buNone/>
            </a:pPr>
            <a:endParaRPr lang="en-US" sz="2400" b="1" dirty="0"/>
          </a:p>
          <a:p>
            <a:pPr marL="0" indent="0">
              <a:buNone/>
            </a:pPr>
            <a:r>
              <a:rPr lang="en-US" sz="2400" b="1" dirty="0"/>
              <a:t>Yield </a:t>
            </a:r>
          </a:p>
          <a:p>
            <a:pPr marL="0" indent="0">
              <a:buNone/>
            </a:pPr>
            <a:r>
              <a:rPr lang="en-US" sz="2400" dirty="0"/>
              <a:t>5% EMFS, 5.9% Atchison</a:t>
            </a:r>
          </a:p>
          <a:p>
            <a:pPr marL="0" indent="0">
              <a:buNone/>
            </a:pPr>
            <a:endParaRPr lang="en-US" sz="2400" dirty="0"/>
          </a:p>
          <a:p>
            <a:pPr marL="0" indent="0">
              <a:buNone/>
            </a:pPr>
            <a:r>
              <a:rPr lang="en-US" sz="2400" b="1" dirty="0"/>
              <a:t>Concentration: </a:t>
            </a:r>
          </a:p>
          <a:p>
            <a:pPr marL="0" indent="0">
              <a:buNone/>
            </a:pPr>
            <a:r>
              <a:rPr lang="en-US" sz="2400" b="1" dirty="0"/>
              <a:t>EMFS</a:t>
            </a:r>
            <a:r>
              <a:rPr lang="en-US" sz="2400" dirty="0"/>
              <a:t> - O/W Financials, particularly big four banks</a:t>
            </a:r>
            <a:br>
              <a:rPr lang="en-US" sz="2400" dirty="0"/>
            </a:br>
            <a:r>
              <a:rPr lang="en-AU" sz="2400" dirty="0"/>
              <a:t>7 names make up 60% of the portfolio, 4 of these names are major banks </a:t>
            </a:r>
            <a:endParaRPr lang="en-US" sz="2400" dirty="0"/>
          </a:p>
          <a:p>
            <a:pPr marL="0" indent="0">
              <a:buNone/>
            </a:pPr>
            <a:r>
              <a:rPr lang="en-US" sz="2400" b="1" dirty="0"/>
              <a:t>Atchison</a:t>
            </a:r>
            <a:r>
              <a:rPr lang="en-US" sz="2400" dirty="0"/>
              <a:t> – Split sectors into subcategories. Financials: Banks (CBA), Financial services (GQG), Insurance (QBE)</a:t>
            </a:r>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p:txBody>
      </p:sp>
      <p:pic>
        <p:nvPicPr>
          <p:cNvPr id="15" name="Picture 14">
            <a:extLst>
              <a:ext uri="{FF2B5EF4-FFF2-40B4-BE49-F238E27FC236}">
                <a16:creationId xmlns:a16="http://schemas.microsoft.com/office/drawing/2014/main" id="{90A414B7-9D54-3CC1-5495-BB10AB5E16D6}"/>
              </a:ext>
            </a:extLst>
          </p:cNvPr>
          <p:cNvPicPr>
            <a:picLocks noChangeAspect="1"/>
          </p:cNvPicPr>
          <p:nvPr/>
        </p:nvPicPr>
        <p:blipFill>
          <a:blip r:embed="rId2"/>
          <a:stretch>
            <a:fillRect/>
          </a:stretch>
        </p:blipFill>
        <p:spPr>
          <a:xfrm>
            <a:off x="4462178" y="1234015"/>
            <a:ext cx="7626657" cy="3130205"/>
          </a:xfrm>
          <a:prstGeom prst="rect">
            <a:avLst/>
          </a:prstGeom>
        </p:spPr>
      </p:pic>
      <p:sp>
        <p:nvSpPr>
          <p:cNvPr id="17" name="TextBox 16">
            <a:extLst>
              <a:ext uri="{FF2B5EF4-FFF2-40B4-BE49-F238E27FC236}">
                <a16:creationId xmlns:a16="http://schemas.microsoft.com/office/drawing/2014/main" id="{6F1301FA-D604-8D90-282A-092AAB039377}"/>
              </a:ext>
            </a:extLst>
          </p:cNvPr>
          <p:cNvSpPr txBox="1"/>
          <p:nvPr/>
        </p:nvSpPr>
        <p:spPr>
          <a:xfrm>
            <a:off x="4640826" y="1049349"/>
            <a:ext cx="6096000" cy="369332"/>
          </a:xfrm>
          <a:prstGeom prst="rect">
            <a:avLst/>
          </a:prstGeom>
          <a:noFill/>
        </p:spPr>
        <p:txBody>
          <a:bodyPr wrap="square">
            <a:spAutoFit/>
          </a:bodyPr>
          <a:lstStyle/>
          <a:p>
            <a:r>
              <a:rPr lang="en-US" sz="1800" dirty="0"/>
              <a:t>Edwards Marshall – Australian Equities</a:t>
            </a:r>
            <a:endParaRPr lang="en-AU" dirty="0"/>
          </a:p>
        </p:txBody>
      </p:sp>
    </p:spTree>
    <p:extLst>
      <p:ext uri="{BB962C8B-B14F-4D97-AF65-F5344CB8AC3E}">
        <p14:creationId xmlns:p14="http://schemas.microsoft.com/office/powerpoint/2010/main" val="2302907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28216-42C6-FBDC-FB81-44255F0BC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2B41A-A019-00BB-1E23-72430DA8C7D7}"/>
              </a:ext>
            </a:extLst>
          </p:cNvPr>
          <p:cNvSpPr>
            <a:spLocks noGrp="1"/>
          </p:cNvSpPr>
          <p:nvPr>
            <p:ph type="title"/>
          </p:nvPr>
        </p:nvSpPr>
        <p:spPr>
          <a:xfrm>
            <a:off x="504000" y="317187"/>
            <a:ext cx="10515934" cy="721485"/>
          </a:xfrm>
        </p:spPr>
        <p:txBody>
          <a:bodyPr/>
          <a:lstStyle/>
          <a:p>
            <a:r>
              <a:rPr lang="en-AU" b="1" dirty="0"/>
              <a:t>Atchison Direct Australian Equities</a:t>
            </a:r>
            <a:endParaRPr lang="en-US" b="1" dirty="0"/>
          </a:p>
        </p:txBody>
      </p:sp>
      <p:sp>
        <p:nvSpPr>
          <p:cNvPr id="4" name="Slide Number Placeholder 3">
            <a:extLst>
              <a:ext uri="{FF2B5EF4-FFF2-40B4-BE49-F238E27FC236}">
                <a16:creationId xmlns:a16="http://schemas.microsoft.com/office/drawing/2014/main" id="{7627F9B4-8CD4-5445-2537-2DEE55B41369}"/>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11</a:t>
            </a:fld>
            <a:endParaRPr lang="en-US"/>
          </a:p>
        </p:txBody>
      </p:sp>
      <p:sp>
        <p:nvSpPr>
          <p:cNvPr id="3" name="Content Placeholder 4">
            <a:extLst>
              <a:ext uri="{FF2B5EF4-FFF2-40B4-BE49-F238E27FC236}">
                <a16:creationId xmlns:a16="http://schemas.microsoft.com/office/drawing/2014/main" id="{E26B5ADB-3DB2-72DC-44DE-553ABCD2759B}"/>
              </a:ext>
            </a:extLst>
          </p:cNvPr>
          <p:cNvSpPr txBox="1">
            <a:spLocks/>
          </p:cNvSpPr>
          <p:nvPr/>
        </p:nvSpPr>
        <p:spPr>
          <a:xfrm>
            <a:off x="501448" y="1135693"/>
            <a:ext cx="5201262" cy="3156092"/>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000" dirty="0"/>
              <a:t>Exposure to all sectors and subsectors. </a:t>
            </a:r>
          </a:p>
          <a:p>
            <a:pPr>
              <a:buFont typeface="Wingdings" panose="05000000000000000000" pitchFamily="2" charset="2"/>
              <a:buChar char="§"/>
            </a:pPr>
            <a:r>
              <a:rPr lang="en-AU" sz="2000" dirty="0"/>
              <a:t>Low-cost, systematic, equal weighted portfolio consisting of 20 names, rebalanced quarterly. </a:t>
            </a:r>
          </a:p>
          <a:p>
            <a:pPr>
              <a:buFont typeface="Wingdings" panose="05000000000000000000" pitchFamily="2" charset="2"/>
              <a:buChar char="§"/>
            </a:pPr>
            <a:r>
              <a:rPr lang="en-AU" sz="2000" dirty="0"/>
              <a:t>Objective: Produce a total return (capital growth + dividend) greater than the ASX200, over +7 years.</a:t>
            </a:r>
          </a:p>
          <a:p>
            <a:pPr>
              <a:buFont typeface="Wingdings" panose="05000000000000000000" pitchFamily="2" charset="2"/>
              <a:buChar char="§"/>
            </a:pPr>
            <a:r>
              <a:rPr lang="en-AU" sz="2000" dirty="0"/>
              <a:t>Outperformed ASX20 and ASX200 over last 12 months and since inception. </a:t>
            </a:r>
            <a:br>
              <a:rPr lang="en-AU" sz="2400" dirty="0"/>
            </a:br>
            <a:br>
              <a:rPr lang="en-AU" sz="2400" dirty="0"/>
            </a:br>
            <a:endParaRPr lang="en-US" sz="2400" dirty="0"/>
          </a:p>
          <a:p>
            <a:pPr>
              <a:buFont typeface="Wingdings" panose="05000000000000000000" pitchFamily="2" charset="2"/>
              <a:buChar char="§"/>
            </a:pPr>
            <a:endParaRPr lang="en-US" sz="2400" dirty="0"/>
          </a:p>
        </p:txBody>
      </p:sp>
      <p:pic>
        <p:nvPicPr>
          <p:cNvPr id="6" name="Picture 5">
            <a:extLst>
              <a:ext uri="{FF2B5EF4-FFF2-40B4-BE49-F238E27FC236}">
                <a16:creationId xmlns:a16="http://schemas.microsoft.com/office/drawing/2014/main" id="{01B06340-0C46-38ED-276C-33E3F8B40962}"/>
              </a:ext>
            </a:extLst>
          </p:cNvPr>
          <p:cNvPicPr>
            <a:picLocks noChangeAspect="1"/>
          </p:cNvPicPr>
          <p:nvPr/>
        </p:nvPicPr>
        <p:blipFill>
          <a:blip r:embed="rId4"/>
          <a:stretch>
            <a:fillRect/>
          </a:stretch>
        </p:blipFill>
        <p:spPr>
          <a:xfrm>
            <a:off x="6272981" y="1116029"/>
            <a:ext cx="5702709" cy="5591203"/>
          </a:xfrm>
          <a:prstGeom prst="rect">
            <a:avLst/>
          </a:prstGeom>
        </p:spPr>
      </p:pic>
      <p:graphicFrame>
        <p:nvGraphicFramePr>
          <p:cNvPr id="8" name="Table 7">
            <a:extLst>
              <a:ext uri="{FF2B5EF4-FFF2-40B4-BE49-F238E27FC236}">
                <a16:creationId xmlns:a16="http://schemas.microsoft.com/office/drawing/2014/main" id="{9C8F0F9B-BEE0-75B5-E059-B8F5ADBB547E}"/>
              </a:ext>
            </a:extLst>
          </p:cNvPr>
          <p:cNvGraphicFramePr>
            <a:graphicFrameLocks noGrp="1"/>
          </p:cNvGraphicFramePr>
          <p:nvPr>
            <p:custDataLst>
              <p:tags r:id="rId1"/>
            </p:custDataLst>
            <p:extLst>
              <p:ext uri="{D42A27DB-BD31-4B8C-83A1-F6EECF244321}">
                <p14:modId xmlns:p14="http://schemas.microsoft.com/office/powerpoint/2010/main" val="1888702830"/>
              </p:ext>
            </p:extLst>
          </p:nvPr>
        </p:nvGraphicFramePr>
        <p:xfrm>
          <a:off x="885826" y="4392592"/>
          <a:ext cx="5201262" cy="1681206"/>
        </p:xfrm>
        <a:graphic>
          <a:graphicData uri="http://schemas.openxmlformats.org/drawingml/2006/table">
            <a:tbl>
              <a:tblPr/>
              <a:tblGrid>
                <a:gridCol w="3514366">
                  <a:extLst>
                    <a:ext uri="{9D8B030D-6E8A-4147-A177-3AD203B41FA5}">
                      <a16:colId xmlns:a16="http://schemas.microsoft.com/office/drawing/2014/main" val="2744061664"/>
                    </a:ext>
                  </a:extLst>
                </a:gridCol>
                <a:gridCol w="843448">
                  <a:extLst>
                    <a:ext uri="{9D8B030D-6E8A-4147-A177-3AD203B41FA5}">
                      <a16:colId xmlns:a16="http://schemas.microsoft.com/office/drawing/2014/main" val="2566922609"/>
                    </a:ext>
                  </a:extLst>
                </a:gridCol>
                <a:gridCol w="843448">
                  <a:extLst>
                    <a:ext uri="{9D8B030D-6E8A-4147-A177-3AD203B41FA5}">
                      <a16:colId xmlns:a16="http://schemas.microsoft.com/office/drawing/2014/main" val="3485349089"/>
                    </a:ext>
                  </a:extLst>
                </a:gridCol>
              </a:tblGrid>
              <a:tr h="280201">
                <a:tc>
                  <a:txBody>
                    <a:bodyPr/>
                    <a:lstStyle/>
                    <a:p>
                      <a:pPr algn="l" fontAlgn="b">
                        <a:buNone/>
                      </a:pPr>
                      <a:r>
                        <a:rPr lang="en-AU" sz="1400" b="1" i="0" u="none" strike="noStrike">
                          <a:solidFill>
                            <a:srgbClr val="000000"/>
                          </a:solidFill>
                          <a:effectLst/>
                          <a:latin typeface="+mn-lt"/>
                        </a:rPr>
                        <a:t>Performance as of 31st August 2025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1" i="0" u="none" strike="noStrike">
                          <a:solidFill>
                            <a:srgbClr val="000000"/>
                          </a:solidFill>
                          <a:effectLst/>
                          <a:latin typeface="+mn-lt"/>
                        </a:rPr>
                        <a:t>1 Year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1" i="0" u="none" strike="noStrike">
                          <a:solidFill>
                            <a:srgbClr val="000000"/>
                          </a:solidFill>
                          <a:effectLst/>
                          <a:latin typeface="+mn-lt"/>
                        </a:rPr>
                        <a:t>2 Years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6585709"/>
                  </a:ext>
                </a:extLst>
              </a:tr>
              <a:tr h="280201">
                <a:tc>
                  <a:txBody>
                    <a:bodyPr/>
                    <a:lstStyle/>
                    <a:p>
                      <a:pPr algn="l" fontAlgn="ctr">
                        <a:buNone/>
                      </a:pPr>
                      <a:r>
                        <a:rPr lang="en-AU" sz="1400" b="0" i="0" u="none" strike="noStrike" dirty="0">
                          <a:solidFill>
                            <a:srgbClr val="000000"/>
                          </a:solidFill>
                          <a:effectLst/>
                          <a:latin typeface="+mn-lt"/>
                        </a:rPr>
                        <a:t>Atchison Direct Australian Equities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a:solidFill>
                            <a:srgbClr val="000000"/>
                          </a:solidFill>
                          <a:effectLst/>
                          <a:latin typeface="+mn-lt"/>
                        </a:rPr>
                        <a:t>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81002"/>
                  </a:ext>
                </a:extLst>
              </a:tr>
              <a:tr h="280201">
                <a:tc>
                  <a:txBody>
                    <a:bodyPr/>
                    <a:lstStyle/>
                    <a:p>
                      <a:pPr algn="l" fontAlgn="ctr">
                        <a:buNone/>
                      </a:pPr>
                      <a:r>
                        <a:rPr lang="en-AU" sz="1400" b="0" i="0" u="none" strike="noStrike">
                          <a:solidFill>
                            <a:srgbClr val="000000"/>
                          </a:solidFill>
                          <a:effectLst/>
                          <a:latin typeface="+mn-lt"/>
                        </a:rPr>
                        <a:t>ASX20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a:solidFill>
                            <a:srgbClr val="000000"/>
                          </a:solidFill>
                          <a:effectLst/>
                          <a:latin typeface="+mn-lt"/>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a:solidFill>
                            <a:srgbClr val="000000"/>
                          </a:solidFill>
                          <a:effectLst/>
                          <a:latin typeface="+mn-lt"/>
                        </a:rPr>
                        <a:t>15.2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9291828"/>
                  </a:ext>
                </a:extLst>
              </a:tr>
              <a:tr h="280201">
                <a:tc>
                  <a:txBody>
                    <a:bodyPr/>
                    <a:lstStyle/>
                    <a:p>
                      <a:pPr algn="l" fontAlgn="ctr">
                        <a:buNone/>
                      </a:pPr>
                      <a:r>
                        <a:rPr lang="en-AU" sz="1400" b="0" i="0" u="none" strike="noStrike" dirty="0">
                          <a:solidFill>
                            <a:srgbClr val="000000"/>
                          </a:solidFill>
                          <a:effectLst/>
                          <a:latin typeface="+mn-lt"/>
                        </a:rPr>
                        <a:t>ASX200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a:solidFill>
                            <a:srgbClr val="000000"/>
                          </a:solidFill>
                          <a:effectLst/>
                          <a:latin typeface="+mn-lt"/>
                        </a:rPr>
                        <a:t>14.7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2646357"/>
                  </a:ext>
                </a:extLst>
              </a:tr>
              <a:tr h="280201">
                <a:tc>
                  <a:txBody>
                    <a:bodyPr/>
                    <a:lstStyle/>
                    <a:p>
                      <a:pPr algn="l" fontAlgn="ctr">
                        <a:buNone/>
                      </a:pPr>
                      <a:r>
                        <a:rPr lang="en-AU" sz="1400" b="0" i="0" u="none" strike="noStrike" dirty="0">
                          <a:solidFill>
                            <a:srgbClr val="000000"/>
                          </a:solidFill>
                          <a:effectLst/>
                          <a:latin typeface="+mn-lt"/>
                        </a:rPr>
                        <a:t>Peer Group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11.4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8726013"/>
                  </a:ext>
                </a:extLst>
              </a:tr>
              <a:tr h="280201">
                <a:tc>
                  <a:txBody>
                    <a:bodyPr/>
                    <a:lstStyle/>
                    <a:p>
                      <a:pPr algn="l" fontAlgn="ctr">
                        <a:buNone/>
                      </a:pPr>
                      <a:r>
                        <a:rPr lang="en-AU" sz="1400" b="0" i="0" u="none" strike="noStrike">
                          <a:solidFill>
                            <a:srgbClr val="000000"/>
                          </a:solidFill>
                          <a:effectLst/>
                          <a:latin typeface="+mn-lt"/>
                        </a:rPr>
                        <a:t>Inflation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a:solidFill>
                            <a:srgbClr val="000000"/>
                          </a:solidFill>
                          <a:effectLst/>
                          <a:latin typeface="+mn-lt"/>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400" b="0" i="0" u="none" strike="noStrike" dirty="0">
                          <a:solidFill>
                            <a:srgbClr val="000000"/>
                          </a:solidFill>
                          <a:effectLst/>
                          <a:latin typeface="+mn-lt"/>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4712914"/>
                  </a:ext>
                </a:extLst>
              </a:tr>
            </a:tbl>
          </a:graphicData>
        </a:graphic>
      </p:graphicFrame>
    </p:spTree>
    <p:extLst>
      <p:ext uri="{BB962C8B-B14F-4D97-AF65-F5344CB8AC3E}">
        <p14:creationId xmlns:p14="http://schemas.microsoft.com/office/powerpoint/2010/main" val="22463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C0BF-8D5D-9544-35B8-98D79A791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0FD3A-E62C-83E9-A319-9EF5E741BFA5}"/>
              </a:ext>
            </a:extLst>
          </p:cNvPr>
          <p:cNvSpPr>
            <a:spLocks noGrp="1"/>
          </p:cNvSpPr>
          <p:nvPr>
            <p:ph type="title"/>
          </p:nvPr>
        </p:nvSpPr>
        <p:spPr>
          <a:xfrm>
            <a:off x="504000" y="317187"/>
            <a:ext cx="10515934" cy="721485"/>
          </a:xfrm>
        </p:spPr>
        <p:txBody>
          <a:bodyPr/>
          <a:lstStyle/>
          <a:p>
            <a:r>
              <a:rPr lang="en-AU" b="1" dirty="0"/>
              <a:t>Additional Questions</a:t>
            </a:r>
            <a:endParaRPr lang="en-US" b="1" dirty="0">
              <a:solidFill>
                <a:srgbClr val="FF0000"/>
              </a:solidFill>
            </a:endParaRPr>
          </a:p>
        </p:txBody>
      </p:sp>
      <p:sp>
        <p:nvSpPr>
          <p:cNvPr id="4" name="Slide Number Placeholder 3">
            <a:extLst>
              <a:ext uri="{FF2B5EF4-FFF2-40B4-BE49-F238E27FC236}">
                <a16:creationId xmlns:a16="http://schemas.microsoft.com/office/drawing/2014/main" id="{F961F14B-8BDA-224D-E77A-EFBF164E4BC5}"/>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12</a:t>
            </a:fld>
            <a:endParaRPr lang="en-US"/>
          </a:p>
        </p:txBody>
      </p:sp>
      <p:sp>
        <p:nvSpPr>
          <p:cNvPr id="7" name="Content Placeholder 4">
            <a:extLst>
              <a:ext uri="{FF2B5EF4-FFF2-40B4-BE49-F238E27FC236}">
                <a16:creationId xmlns:a16="http://schemas.microsoft.com/office/drawing/2014/main" id="{902C2D16-E12B-BE7B-9F16-5523367091D2}"/>
              </a:ext>
            </a:extLst>
          </p:cNvPr>
          <p:cNvSpPr txBox="1">
            <a:spLocks/>
          </p:cNvSpPr>
          <p:nvPr/>
        </p:nvSpPr>
        <p:spPr>
          <a:xfrm>
            <a:off x="503999" y="1038672"/>
            <a:ext cx="11029240" cy="3140038"/>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Investment suitability? Asset allocation? Changes? </a:t>
            </a:r>
            <a:endParaRPr lang="en-US" sz="2400" dirty="0"/>
          </a:p>
          <a:p>
            <a:pPr>
              <a:buFont typeface="Wingdings" panose="05000000000000000000" pitchFamily="2" charset="2"/>
              <a:buChar char="§"/>
            </a:pPr>
            <a:r>
              <a:rPr lang="en-US" sz="2400" dirty="0"/>
              <a:t>Broadly suitable – pending your investment philosophy and client objectives</a:t>
            </a:r>
          </a:p>
          <a:p>
            <a:pPr>
              <a:buFont typeface="Wingdings" panose="05000000000000000000" pitchFamily="2" charset="2"/>
              <a:buChar char="§"/>
            </a:pPr>
            <a:r>
              <a:rPr lang="en-US" sz="2400" dirty="0"/>
              <a:t>Greater concentrated diversification per holding in long duration, floating rate, and alternative sleeves would be beneficial relative to current portfolio.  </a:t>
            </a:r>
          </a:p>
          <a:p>
            <a:pPr>
              <a:buFont typeface="Wingdings" panose="05000000000000000000" pitchFamily="2" charset="2"/>
              <a:buChar char="§"/>
            </a:pPr>
            <a:r>
              <a:rPr lang="en-US" sz="2400" dirty="0"/>
              <a:t>Active fixed income managers provide alpha net of fees against index matching strategies on average. However, this current portfolio does not take advantage of this.</a:t>
            </a:r>
          </a:p>
          <a:p>
            <a:pPr>
              <a:buFont typeface="Wingdings" panose="05000000000000000000" pitchFamily="2" charset="2"/>
              <a:buChar char="§"/>
            </a:pPr>
            <a:r>
              <a:rPr lang="en-US" sz="2400" dirty="0"/>
              <a:t>Floating rate exposure should be much higher, and long duration lower. </a:t>
            </a:r>
          </a:p>
          <a:p>
            <a:pPr>
              <a:buFont typeface="Wingdings" panose="05000000000000000000" pitchFamily="2" charset="2"/>
              <a:buChar char="§"/>
            </a:pPr>
            <a:r>
              <a:rPr lang="en-US" sz="2400" dirty="0"/>
              <a:t>Alternatives exposure is way too concentrated in just gold. </a:t>
            </a:r>
          </a:p>
          <a:p>
            <a:pPr>
              <a:buFont typeface="Wingdings" panose="05000000000000000000" pitchFamily="2" charset="2"/>
              <a:buChar char="§"/>
            </a:pPr>
            <a:r>
              <a:rPr lang="en-US" sz="2400" dirty="0"/>
              <a:t>Only active management is the Yarra Enhanced Income Fund</a:t>
            </a:r>
          </a:p>
          <a:p>
            <a:pPr>
              <a:buFont typeface="Wingdings" panose="05000000000000000000" pitchFamily="2" charset="2"/>
              <a:buChar char="§"/>
            </a:pPr>
            <a:r>
              <a:rPr lang="en-US" sz="2400" dirty="0"/>
              <a:t>Direct Australian equities too concentrated in financials (banking)</a:t>
            </a:r>
          </a:p>
          <a:p>
            <a:pPr>
              <a:buFont typeface="Wingdings" panose="05000000000000000000" pitchFamily="2" charset="2"/>
              <a:buChar char="§"/>
            </a:pPr>
            <a:endParaRPr lang="en-US" sz="2400" dirty="0"/>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393636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2E8AD-EB4C-544C-8746-9ACC80C9180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348E881-085A-F722-37D0-FB7F5BF1F05C}"/>
              </a:ext>
            </a:extLst>
          </p:cNvPr>
          <p:cNvPicPr>
            <a:picLocks noChangeAspect="1"/>
          </p:cNvPicPr>
          <p:nvPr/>
        </p:nvPicPr>
        <p:blipFill>
          <a:blip r:embed="rId2"/>
          <a:srcRect l="3603"/>
          <a:stretch>
            <a:fillRect/>
          </a:stretch>
        </p:blipFill>
        <p:spPr>
          <a:xfrm>
            <a:off x="143687" y="2424516"/>
            <a:ext cx="7025574" cy="1785533"/>
          </a:xfrm>
          <a:prstGeom prst="rect">
            <a:avLst/>
          </a:prstGeom>
        </p:spPr>
      </p:pic>
      <p:sp>
        <p:nvSpPr>
          <p:cNvPr id="2" name="Title 1">
            <a:extLst>
              <a:ext uri="{FF2B5EF4-FFF2-40B4-BE49-F238E27FC236}">
                <a16:creationId xmlns:a16="http://schemas.microsoft.com/office/drawing/2014/main" id="{EBBE8A78-1BFF-CD13-720E-A652380ACB67}"/>
              </a:ext>
            </a:extLst>
          </p:cNvPr>
          <p:cNvSpPr>
            <a:spLocks noGrp="1"/>
          </p:cNvSpPr>
          <p:nvPr>
            <p:ph type="title"/>
          </p:nvPr>
        </p:nvSpPr>
        <p:spPr>
          <a:xfrm>
            <a:off x="504000" y="317187"/>
            <a:ext cx="10515934" cy="721485"/>
          </a:xfrm>
        </p:spPr>
        <p:txBody>
          <a:bodyPr/>
          <a:lstStyle/>
          <a:p>
            <a:r>
              <a:rPr lang="en-AU" b="1" dirty="0"/>
              <a:t>Additional Questions</a:t>
            </a:r>
            <a:endParaRPr lang="en-US" b="1" dirty="0">
              <a:solidFill>
                <a:srgbClr val="FF0000"/>
              </a:solidFill>
              <a:highlight>
                <a:srgbClr val="FFFF00"/>
              </a:highlight>
            </a:endParaRPr>
          </a:p>
        </p:txBody>
      </p:sp>
      <p:sp>
        <p:nvSpPr>
          <p:cNvPr id="4" name="Slide Number Placeholder 3">
            <a:extLst>
              <a:ext uri="{FF2B5EF4-FFF2-40B4-BE49-F238E27FC236}">
                <a16:creationId xmlns:a16="http://schemas.microsoft.com/office/drawing/2014/main" id="{C70A1B8F-B51E-0B1E-F369-97A564AAB9D5}"/>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13</a:t>
            </a:fld>
            <a:endParaRPr lang="en-US"/>
          </a:p>
        </p:txBody>
      </p:sp>
      <p:sp>
        <p:nvSpPr>
          <p:cNvPr id="7" name="Content Placeholder 4">
            <a:extLst>
              <a:ext uri="{FF2B5EF4-FFF2-40B4-BE49-F238E27FC236}">
                <a16:creationId xmlns:a16="http://schemas.microsoft.com/office/drawing/2014/main" id="{7C202FD5-F720-C79A-8BD2-B5C9EEA8C139}"/>
              </a:ext>
            </a:extLst>
          </p:cNvPr>
          <p:cNvSpPr txBox="1">
            <a:spLocks/>
          </p:cNvSpPr>
          <p:nvPr/>
        </p:nvSpPr>
        <p:spPr>
          <a:xfrm>
            <a:off x="503998" y="1038672"/>
            <a:ext cx="5887277" cy="1478386"/>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Recommended portfolio? </a:t>
            </a:r>
            <a:endParaRPr lang="en-US" sz="2400" dirty="0"/>
          </a:p>
          <a:p>
            <a:pPr>
              <a:buFont typeface="Wingdings" panose="05000000000000000000" pitchFamily="2" charset="2"/>
              <a:buChar char="§"/>
            </a:pPr>
            <a:r>
              <a:rPr lang="en-US" sz="2400" dirty="0"/>
              <a:t>Atchison Dynamic SMA with Australian Direct Equities</a:t>
            </a:r>
          </a:p>
          <a:p>
            <a:pPr>
              <a:buFont typeface="Wingdings" panose="05000000000000000000" pitchFamily="2" charset="2"/>
              <a:buChar char="§"/>
            </a:pPr>
            <a:endParaRPr lang="en-US" sz="2400" dirty="0"/>
          </a:p>
          <a:p>
            <a:pPr marL="0" indent="0">
              <a:buNone/>
            </a:pPr>
            <a:endParaRPr lang="en-US" sz="2400" dirty="0"/>
          </a:p>
          <a:p>
            <a:pPr marL="0" indent="0">
              <a:buNone/>
            </a:pPr>
            <a:endParaRPr lang="en-US" sz="2400" b="1" dirty="0"/>
          </a:p>
          <a:p>
            <a:pPr marL="0" indent="0">
              <a:buNone/>
            </a:pPr>
            <a:endParaRPr lang="en-US" sz="2400" b="1" dirty="0"/>
          </a:p>
          <a:p>
            <a:pPr>
              <a:buFont typeface="Wingdings" panose="05000000000000000000" pitchFamily="2" charset="2"/>
              <a:buChar char="§"/>
            </a:pPr>
            <a:endParaRPr lang="en-US" sz="2400" dirty="0"/>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p:txBody>
      </p:sp>
      <p:sp>
        <p:nvSpPr>
          <p:cNvPr id="6" name="TextBox 5">
            <a:extLst>
              <a:ext uri="{FF2B5EF4-FFF2-40B4-BE49-F238E27FC236}">
                <a16:creationId xmlns:a16="http://schemas.microsoft.com/office/drawing/2014/main" id="{1E2ADE10-D13F-1FFD-7714-023152F2977F}"/>
              </a:ext>
            </a:extLst>
          </p:cNvPr>
          <p:cNvSpPr txBox="1"/>
          <p:nvPr/>
        </p:nvSpPr>
        <p:spPr>
          <a:xfrm>
            <a:off x="7538576" y="1169995"/>
            <a:ext cx="3438525" cy="369332"/>
          </a:xfrm>
          <a:prstGeom prst="rect">
            <a:avLst/>
          </a:prstGeom>
          <a:noFill/>
        </p:spPr>
        <p:txBody>
          <a:bodyPr wrap="square">
            <a:spAutoFit/>
          </a:bodyPr>
          <a:lstStyle/>
          <a:p>
            <a:r>
              <a:rPr lang="en-US" sz="1800" dirty="0"/>
              <a:t>Atchison Dynamic </a:t>
            </a:r>
            <a:r>
              <a:rPr lang="en-US" dirty="0"/>
              <a:t>60</a:t>
            </a:r>
            <a:r>
              <a:rPr lang="en-US" sz="1800" dirty="0"/>
              <a:t> Portfolio </a:t>
            </a:r>
            <a:endParaRPr lang="en-AU" dirty="0"/>
          </a:p>
        </p:txBody>
      </p:sp>
      <p:pic>
        <p:nvPicPr>
          <p:cNvPr id="5" name="Picture 4">
            <a:extLst>
              <a:ext uri="{FF2B5EF4-FFF2-40B4-BE49-F238E27FC236}">
                <a16:creationId xmlns:a16="http://schemas.microsoft.com/office/drawing/2014/main" id="{DACFFAA7-F23B-4B3B-99B4-03F3A54E56CD}"/>
              </a:ext>
            </a:extLst>
          </p:cNvPr>
          <p:cNvPicPr>
            <a:picLocks noChangeAspect="1"/>
          </p:cNvPicPr>
          <p:nvPr/>
        </p:nvPicPr>
        <p:blipFill>
          <a:blip r:embed="rId3"/>
          <a:stretch>
            <a:fillRect/>
          </a:stretch>
        </p:blipFill>
        <p:spPr>
          <a:xfrm>
            <a:off x="6854477" y="1539327"/>
            <a:ext cx="4991127" cy="4952350"/>
          </a:xfrm>
          <a:prstGeom prst="rect">
            <a:avLst/>
          </a:prstGeom>
        </p:spPr>
      </p:pic>
      <p:sp>
        <p:nvSpPr>
          <p:cNvPr id="11" name="Content Placeholder 4">
            <a:extLst>
              <a:ext uri="{FF2B5EF4-FFF2-40B4-BE49-F238E27FC236}">
                <a16:creationId xmlns:a16="http://schemas.microsoft.com/office/drawing/2014/main" id="{E47094CC-6395-B0DE-BC7A-E60B52577E86}"/>
              </a:ext>
            </a:extLst>
          </p:cNvPr>
          <p:cNvSpPr txBox="1">
            <a:spLocks/>
          </p:cNvSpPr>
          <p:nvPr/>
        </p:nvSpPr>
        <p:spPr>
          <a:xfrm>
            <a:off x="362762" y="4426667"/>
            <a:ext cx="5933263" cy="1697908"/>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400" b="1" dirty="0"/>
              <a:t>How does Atchison keep fees to a minimum?</a:t>
            </a:r>
          </a:p>
          <a:p>
            <a:pPr>
              <a:buFont typeface="Wingdings" panose="05000000000000000000" pitchFamily="2" charset="2"/>
              <a:buChar char="§"/>
            </a:pPr>
            <a:r>
              <a:rPr lang="en-US" sz="2400" dirty="0"/>
              <a:t>Implement low-cost ETFs and assess other options available in the market. </a:t>
            </a:r>
          </a:p>
          <a:p>
            <a:pPr marL="0" indent="0">
              <a:buNone/>
            </a:pPr>
            <a:r>
              <a:rPr lang="en-US" sz="2400" dirty="0"/>
              <a:t> </a:t>
            </a:r>
            <a:br>
              <a:rPr lang="en-US" sz="2400" dirty="0"/>
            </a:br>
            <a:endParaRPr lang="en-US" sz="2400" dirty="0"/>
          </a:p>
          <a:p>
            <a:pPr marL="0" indent="0">
              <a:buNone/>
            </a:pPr>
            <a:endParaRPr lang="en-US" sz="2400" dirty="0"/>
          </a:p>
          <a:p>
            <a:pPr marL="0" indent="0">
              <a:buNone/>
            </a:pPr>
            <a:endParaRPr lang="en-US" sz="2400" b="1" dirty="0"/>
          </a:p>
          <a:p>
            <a:pPr marL="0" indent="0">
              <a:buNone/>
            </a:pPr>
            <a:endParaRPr lang="en-US" sz="2400" b="1" dirty="0"/>
          </a:p>
          <a:p>
            <a:pPr>
              <a:buFont typeface="Wingdings" panose="05000000000000000000" pitchFamily="2" charset="2"/>
              <a:buChar char="§"/>
            </a:pPr>
            <a:endParaRPr lang="en-US" sz="2400" dirty="0"/>
          </a:p>
          <a:p>
            <a:pPr marL="0" indent="0">
              <a:buNone/>
            </a:pPr>
            <a:endParaRPr lang="en-US" sz="2400" dirty="0"/>
          </a:p>
          <a:p>
            <a:pPr marL="0" indent="0">
              <a:buNone/>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517685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47D3D-8BD0-B3D5-C4BC-15C566985B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12EDC8-4579-2527-ED6B-187586528182}"/>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3. Communication and Support</a:t>
            </a:r>
            <a:endParaRPr lang="en-AU" sz="4000" b="1" dirty="0"/>
          </a:p>
        </p:txBody>
      </p:sp>
    </p:spTree>
    <p:extLst>
      <p:ext uri="{BB962C8B-B14F-4D97-AF65-F5344CB8AC3E}">
        <p14:creationId xmlns:p14="http://schemas.microsoft.com/office/powerpoint/2010/main" val="1389775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2C5C9-36D6-67ED-82A5-17D2C9172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DCBCE-ECAE-CC7D-68EF-75455A76F3A1}"/>
              </a:ext>
            </a:extLst>
          </p:cNvPr>
          <p:cNvSpPr>
            <a:spLocks noGrp="1"/>
          </p:cNvSpPr>
          <p:nvPr>
            <p:ph type="title"/>
          </p:nvPr>
        </p:nvSpPr>
        <p:spPr>
          <a:xfrm>
            <a:off x="504000" y="317187"/>
            <a:ext cx="10515934" cy="721485"/>
          </a:xfrm>
        </p:spPr>
        <p:txBody>
          <a:bodyPr/>
          <a:lstStyle/>
          <a:p>
            <a:r>
              <a:rPr lang="en-AU" b="1" dirty="0"/>
              <a:t>Ongoing Communication with clients</a:t>
            </a:r>
            <a:endParaRPr lang="en-US" b="1" dirty="0"/>
          </a:p>
        </p:txBody>
      </p:sp>
      <p:sp>
        <p:nvSpPr>
          <p:cNvPr id="4" name="Slide Number Placeholder 3">
            <a:extLst>
              <a:ext uri="{FF2B5EF4-FFF2-40B4-BE49-F238E27FC236}">
                <a16:creationId xmlns:a16="http://schemas.microsoft.com/office/drawing/2014/main" id="{9FEEE725-479D-C7A5-8101-10F323A8B3EC}"/>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15</a:t>
            </a:fld>
            <a:endParaRPr lang="en-US"/>
          </a:p>
        </p:txBody>
      </p:sp>
      <p:sp>
        <p:nvSpPr>
          <p:cNvPr id="7" name="Content Placeholder 4">
            <a:extLst>
              <a:ext uri="{FF2B5EF4-FFF2-40B4-BE49-F238E27FC236}">
                <a16:creationId xmlns:a16="http://schemas.microsoft.com/office/drawing/2014/main" id="{5CFE4E02-0485-9812-3490-8C2695879C42}"/>
              </a:ext>
            </a:extLst>
          </p:cNvPr>
          <p:cNvSpPr txBox="1">
            <a:spLocks/>
          </p:cNvSpPr>
          <p:nvPr/>
        </p:nvSpPr>
        <p:spPr>
          <a:xfrm>
            <a:off x="503999" y="914847"/>
            <a:ext cx="11029240" cy="5038278"/>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dirty="0"/>
              <a:t>Quarterly check-ins, quarterly market updates, constant portfolio reviews. </a:t>
            </a:r>
          </a:p>
          <a:p>
            <a:pPr marL="457200" indent="-457200">
              <a:buFont typeface="Arial" panose="020B0604020202020204" pitchFamily="34" charset="0"/>
              <a:buAutoNum type="arabicParenR"/>
            </a:pPr>
            <a:r>
              <a:rPr lang="en-US" sz="2400" b="1" dirty="0"/>
              <a:t>Atchison Booklet: </a:t>
            </a:r>
            <a:r>
              <a:rPr lang="en-US" sz="2400" dirty="0"/>
              <a:t>Bridging document highlighting Atchison as your investment arm. </a:t>
            </a:r>
          </a:p>
          <a:p>
            <a:pPr marL="457200" indent="-457200">
              <a:buAutoNum type="arabicParenR"/>
            </a:pPr>
            <a:r>
              <a:rPr lang="en-US" sz="2400" b="1" dirty="0"/>
              <a:t>Atchison Investment Suite: </a:t>
            </a:r>
            <a:r>
              <a:rPr lang="en-US" sz="2400" dirty="0"/>
              <a:t>Clearly articulates what solutions are available for you and your team. </a:t>
            </a:r>
            <a:endParaRPr lang="en-US" sz="2400" b="1" dirty="0"/>
          </a:p>
          <a:p>
            <a:pPr marL="457200" indent="-457200">
              <a:buAutoNum type="arabicParenR"/>
            </a:pPr>
            <a:r>
              <a:rPr lang="en-US" sz="2400" b="1" dirty="0"/>
              <a:t>ROA / SOA wording and support: </a:t>
            </a:r>
            <a:r>
              <a:rPr lang="en-US" sz="2400" dirty="0"/>
              <a:t>Streamlining onboarding process of Atchison SMA’s into your business. </a:t>
            </a:r>
            <a:endParaRPr lang="en-US" sz="2400" b="1" dirty="0"/>
          </a:p>
          <a:p>
            <a:pPr marL="457200" indent="-457200">
              <a:buAutoNum type="arabicParenR"/>
            </a:pPr>
            <a:r>
              <a:rPr lang="en-US" sz="2400" b="1" dirty="0"/>
              <a:t>Centralised Portal: </a:t>
            </a:r>
            <a:r>
              <a:rPr lang="en-US" sz="2400" dirty="0"/>
              <a:t>Product Profiles, Monthly Performance Reports, Interactive Reports, SAA, TAA, Monthly Market Update, Monthly Indices, Portfolio Updates, Atchison Philosophy, APL, Regime Analysis, Portfolio Construction Framework. </a:t>
            </a:r>
            <a:endParaRPr lang="en-US" sz="2400" b="1" dirty="0"/>
          </a:p>
          <a:p>
            <a:pPr marL="457200" indent="-457200">
              <a:buAutoNum type="arabicParenR"/>
            </a:pPr>
            <a:r>
              <a:rPr lang="en-US" sz="2400" b="1" dirty="0"/>
              <a:t>HNW / UHNW client conversions</a:t>
            </a:r>
            <a:br>
              <a:rPr lang="en-US" sz="2400" b="1" dirty="0"/>
            </a:br>
            <a:r>
              <a:rPr lang="en-US" sz="2400" dirty="0"/>
              <a:t>Interactive portfolio assessment of existing vs Atchison portfolios</a:t>
            </a:r>
          </a:p>
          <a:p>
            <a:pPr marL="0" indent="0">
              <a:buNone/>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1798673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3F4FC-B8FB-5278-1C16-DCEBD2740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0B62C-04B9-04E3-6BBA-2E8343A49C7C}"/>
              </a:ext>
            </a:extLst>
          </p:cNvPr>
          <p:cNvSpPr>
            <a:spLocks noGrp="1"/>
          </p:cNvSpPr>
          <p:nvPr>
            <p:ph type="title"/>
          </p:nvPr>
        </p:nvSpPr>
        <p:spPr>
          <a:xfrm>
            <a:off x="504000" y="317187"/>
            <a:ext cx="10515934" cy="721485"/>
          </a:xfrm>
        </p:spPr>
        <p:txBody>
          <a:bodyPr/>
          <a:lstStyle/>
          <a:p>
            <a:r>
              <a:rPr lang="en-AU" b="1" dirty="0"/>
              <a:t>Investment Philosophy</a:t>
            </a:r>
            <a:endParaRPr lang="en-US" b="1" dirty="0"/>
          </a:p>
        </p:txBody>
      </p:sp>
      <p:sp>
        <p:nvSpPr>
          <p:cNvPr id="4" name="Slide Number Placeholder 3">
            <a:extLst>
              <a:ext uri="{FF2B5EF4-FFF2-40B4-BE49-F238E27FC236}">
                <a16:creationId xmlns:a16="http://schemas.microsoft.com/office/drawing/2014/main" id="{A1CCAD21-8F6E-C99A-71E5-F979DC881D81}"/>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16</a:t>
            </a:fld>
            <a:endParaRPr lang="en-US"/>
          </a:p>
        </p:txBody>
      </p:sp>
      <p:sp>
        <p:nvSpPr>
          <p:cNvPr id="7" name="Content Placeholder 4">
            <a:extLst>
              <a:ext uri="{FF2B5EF4-FFF2-40B4-BE49-F238E27FC236}">
                <a16:creationId xmlns:a16="http://schemas.microsoft.com/office/drawing/2014/main" id="{2AE810EE-970E-9631-2127-E519CCFA2B51}"/>
              </a:ext>
            </a:extLst>
          </p:cNvPr>
          <p:cNvSpPr txBox="1">
            <a:spLocks/>
          </p:cNvSpPr>
          <p:nvPr/>
        </p:nvSpPr>
        <p:spPr>
          <a:xfrm>
            <a:off x="503999" y="914846"/>
            <a:ext cx="11029240" cy="5790753"/>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400" b="1" dirty="0"/>
              <a:t>Do you assist clients in developing a clear investment philosophy?</a:t>
            </a:r>
            <a:endParaRPr lang="en-AU" sz="2400" b="1" dirty="0"/>
          </a:p>
          <a:p>
            <a:pPr>
              <a:buFont typeface="Wingdings" panose="05000000000000000000" pitchFamily="2" charset="2"/>
              <a:buChar char="§"/>
            </a:pPr>
            <a:r>
              <a:rPr lang="en-US" sz="2400" dirty="0"/>
              <a:t>Yes, Atchison maintain our own Investment Philosophy and help develop / guide your firms investment philosophy. </a:t>
            </a:r>
          </a:p>
          <a:p>
            <a:pPr>
              <a:buFont typeface="Wingdings" panose="05000000000000000000" pitchFamily="2" charset="2"/>
              <a:buChar char="§"/>
            </a:pPr>
            <a:r>
              <a:rPr lang="en-US" sz="2400" dirty="0"/>
              <a:t> This is achieved through understanding your businesses goals, values, client base, and risk tolerances. </a:t>
            </a:r>
          </a:p>
          <a:p>
            <a:pPr marL="0" indent="0">
              <a:buNone/>
            </a:pPr>
            <a:br>
              <a:rPr lang="en-US" sz="2400" b="1" dirty="0"/>
            </a:br>
            <a:r>
              <a:rPr lang="en-US" sz="2400" b="1" dirty="0"/>
              <a:t>How do you help clients communicate that investment philosophy to their end clients in a consistent and compelling way?</a:t>
            </a:r>
            <a:endParaRPr lang="en-US" sz="2400" dirty="0"/>
          </a:p>
          <a:p>
            <a:pPr>
              <a:buFont typeface="Wingdings" panose="05000000000000000000" pitchFamily="2" charset="2"/>
              <a:buChar char="§"/>
            </a:pPr>
            <a:r>
              <a:rPr lang="en-US" sz="2400" dirty="0"/>
              <a:t>One page investment philosophy, designed and created by Atchison for EMFS.</a:t>
            </a:r>
          </a:p>
          <a:p>
            <a:pPr>
              <a:buFont typeface="Wingdings" panose="05000000000000000000" pitchFamily="2" charset="2"/>
              <a:buChar char="§"/>
            </a:pPr>
            <a:r>
              <a:rPr lang="en-US" sz="2400" dirty="0"/>
              <a:t>Atchison SMA’s or Individual Asset Class Sleeves embody this philosophy. </a:t>
            </a:r>
          </a:p>
          <a:p>
            <a:pPr>
              <a:buFont typeface="Wingdings" panose="05000000000000000000" pitchFamily="2" charset="2"/>
              <a:buChar char="§"/>
            </a:pPr>
            <a:r>
              <a:rPr lang="en-US" sz="2400" dirty="0"/>
              <a:t>Atchison portal – empowers your team with up-to-date data on any changes that occur within the portfolio. </a:t>
            </a:r>
          </a:p>
          <a:p>
            <a:pPr marL="0" indent="0">
              <a:buNone/>
            </a:pPr>
            <a:endParaRPr lang="en-US" sz="2400" dirty="0"/>
          </a:p>
          <a:p>
            <a:pPr marL="0" indent="0">
              <a:buNone/>
            </a:pPr>
            <a:endParaRPr lang="en-AU" sz="2400" b="1" dirty="0"/>
          </a:p>
          <a:p>
            <a:pPr marL="0" indent="0">
              <a:buNone/>
            </a:pPr>
            <a:endParaRPr lang="en-US" sz="2400" b="1" dirty="0"/>
          </a:p>
          <a:p>
            <a:pPr marL="0" indent="0">
              <a:buNone/>
            </a:pPr>
            <a:endParaRPr lang="en-US" sz="2400" dirty="0"/>
          </a:p>
        </p:txBody>
      </p:sp>
    </p:spTree>
    <p:extLst>
      <p:ext uri="{BB962C8B-B14F-4D97-AF65-F5344CB8AC3E}">
        <p14:creationId xmlns:p14="http://schemas.microsoft.com/office/powerpoint/2010/main" val="2168015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79B65-8FEB-5F13-7938-360DBF8C3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AE742-6BEF-C49A-F730-B05EB892DD05}"/>
              </a:ext>
            </a:extLst>
          </p:cNvPr>
          <p:cNvSpPr>
            <a:spLocks noGrp="1"/>
          </p:cNvSpPr>
          <p:nvPr>
            <p:ph type="title"/>
          </p:nvPr>
        </p:nvSpPr>
        <p:spPr>
          <a:xfrm>
            <a:off x="504000" y="317187"/>
            <a:ext cx="10515934" cy="721485"/>
          </a:xfrm>
        </p:spPr>
        <p:txBody>
          <a:bodyPr/>
          <a:lstStyle/>
          <a:p>
            <a:r>
              <a:rPr lang="en-AU" b="1" dirty="0"/>
              <a:t>Portfolio changes / adoption</a:t>
            </a:r>
            <a:endParaRPr lang="en-US" b="1" dirty="0"/>
          </a:p>
        </p:txBody>
      </p:sp>
      <p:sp>
        <p:nvSpPr>
          <p:cNvPr id="4" name="Slide Number Placeholder 3">
            <a:extLst>
              <a:ext uri="{FF2B5EF4-FFF2-40B4-BE49-F238E27FC236}">
                <a16:creationId xmlns:a16="http://schemas.microsoft.com/office/drawing/2014/main" id="{43E1BB42-10B2-6862-E411-13E475D7C5FC}"/>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17</a:t>
            </a:fld>
            <a:endParaRPr lang="en-US"/>
          </a:p>
        </p:txBody>
      </p:sp>
      <p:sp>
        <p:nvSpPr>
          <p:cNvPr id="7" name="Content Placeholder 4">
            <a:extLst>
              <a:ext uri="{FF2B5EF4-FFF2-40B4-BE49-F238E27FC236}">
                <a16:creationId xmlns:a16="http://schemas.microsoft.com/office/drawing/2014/main" id="{B2D0E6A0-0E46-959A-1543-47DCC639D148}"/>
              </a:ext>
            </a:extLst>
          </p:cNvPr>
          <p:cNvSpPr txBox="1">
            <a:spLocks/>
          </p:cNvSpPr>
          <p:nvPr/>
        </p:nvSpPr>
        <p:spPr>
          <a:xfrm>
            <a:off x="504000" y="1116460"/>
            <a:ext cx="11029240" cy="3942904"/>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How do you communicate portfolio changes to clients</a:t>
            </a:r>
            <a:br>
              <a:rPr lang="en-US" sz="2400" b="1" dirty="0"/>
            </a:br>
            <a:r>
              <a:rPr lang="en-US" sz="2400" dirty="0"/>
              <a:t>Email</a:t>
            </a:r>
            <a:r>
              <a:rPr lang="en-US" sz="2400" b="1" dirty="0"/>
              <a:t>, </a:t>
            </a:r>
            <a:r>
              <a:rPr lang="en-US" sz="2400" dirty="0"/>
              <a:t>portal updates, quarterly updates, phone calls. </a:t>
            </a:r>
            <a:br>
              <a:rPr lang="en-US" sz="2400" dirty="0"/>
            </a:br>
            <a:br>
              <a:rPr lang="en-US" sz="2400" b="1" dirty="0"/>
            </a:br>
            <a:r>
              <a:rPr lang="en-US" sz="2400" b="1" dirty="0"/>
              <a:t>…explaining rationale</a:t>
            </a:r>
            <a:br>
              <a:rPr lang="en-US" sz="2400" b="1" dirty="0"/>
            </a:br>
            <a:r>
              <a:rPr lang="en-US" sz="2400" dirty="0"/>
              <a:t>One page investment philosophy, 2-page portfolio updates</a:t>
            </a:r>
            <a:br>
              <a:rPr lang="en-US" sz="2400" b="1" dirty="0"/>
            </a:br>
            <a:endParaRPr lang="en-US" sz="2400" b="1" dirty="0"/>
          </a:p>
          <a:p>
            <a:pPr marL="0" indent="0">
              <a:buNone/>
            </a:pPr>
            <a:r>
              <a:rPr lang="en-US" sz="2400" b="1" dirty="0"/>
              <a:t>…supporting client adoption and retention during transition?</a:t>
            </a:r>
            <a:endParaRPr lang="en-AU" sz="2400" b="1" dirty="0"/>
          </a:p>
          <a:p>
            <a:pPr marL="0" indent="0">
              <a:buNone/>
            </a:pPr>
            <a:r>
              <a:rPr lang="en-US" sz="2400" dirty="0"/>
              <a:t>Atchison booklet, comparative portfolio for HNW/UHNW, product profile, 2-page performance report, interactive in-depth reporting.  </a:t>
            </a:r>
            <a:br>
              <a:rPr lang="en-US" sz="2400" b="1" dirty="0"/>
            </a:br>
            <a:endParaRPr lang="en-AU" sz="2400" b="1" dirty="0"/>
          </a:p>
          <a:p>
            <a:pPr marL="0" indent="0">
              <a:buNone/>
            </a:pPr>
            <a:endParaRPr lang="en-US" sz="2400" b="1" dirty="0"/>
          </a:p>
          <a:p>
            <a:pPr marL="0" indent="0">
              <a:buNone/>
            </a:pPr>
            <a:endParaRPr lang="en-US" sz="2400" dirty="0"/>
          </a:p>
        </p:txBody>
      </p:sp>
    </p:spTree>
    <p:extLst>
      <p:ext uri="{BB962C8B-B14F-4D97-AF65-F5344CB8AC3E}">
        <p14:creationId xmlns:p14="http://schemas.microsoft.com/office/powerpoint/2010/main" val="386058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70F51-69D9-37EF-883D-F5AA79FCD8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7672C2-27A9-A754-FB17-211992830B09}"/>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4. Additional Services</a:t>
            </a:r>
            <a:endParaRPr lang="en-AU" sz="4000" b="1" dirty="0"/>
          </a:p>
        </p:txBody>
      </p:sp>
    </p:spTree>
    <p:extLst>
      <p:ext uri="{BB962C8B-B14F-4D97-AF65-F5344CB8AC3E}">
        <p14:creationId xmlns:p14="http://schemas.microsoft.com/office/powerpoint/2010/main" val="2368376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3F88-A982-5E67-8031-0D9C6137D53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85F799-5826-3CE9-02F2-D2A21F164246}"/>
              </a:ext>
            </a:extLst>
          </p:cNvPr>
          <p:cNvSpPr>
            <a:spLocks noGrp="1"/>
          </p:cNvSpPr>
          <p:nvPr>
            <p:ph type="sldNum" sz="quarter" idx="11"/>
          </p:nvPr>
        </p:nvSpPr>
        <p:spPr/>
        <p:txBody>
          <a:bodyPr/>
          <a:lstStyle/>
          <a:p>
            <a:fld id="{C88128C6-A6A3-394B-86F9-39BAF5F56AAC}" type="slidenum">
              <a:rPr lang="en-US" smtClean="0"/>
              <a:pPr/>
              <a:t>19</a:t>
            </a:fld>
            <a:endParaRPr lang="en-US"/>
          </a:p>
        </p:txBody>
      </p:sp>
      <p:pic>
        <p:nvPicPr>
          <p:cNvPr id="7" name="Picture 6" descr="A screen shot of a computer&#10;&#10;AI-generated content may be incorrect.">
            <a:extLst>
              <a:ext uri="{FF2B5EF4-FFF2-40B4-BE49-F238E27FC236}">
                <a16:creationId xmlns:a16="http://schemas.microsoft.com/office/drawing/2014/main" id="{338B46B2-8012-E89B-DBF2-8A735D081697}"/>
              </a:ext>
            </a:extLst>
          </p:cNvPr>
          <p:cNvPicPr>
            <a:picLocks noChangeAspect="1"/>
          </p:cNvPicPr>
          <p:nvPr/>
        </p:nvPicPr>
        <p:blipFill>
          <a:blip r:embed="rId2"/>
          <a:stretch>
            <a:fillRect/>
          </a:stretch>
        </p:blipFill>
        <p:spPr>
          <a:xfrm>
            <a:off x="-440500" y="176081"/>
            <a:ext cx="11946700" cy="6720019"/>
          </a:xfrm>
          <a:prstGeom prst="rect">
            <a:avLst/>
          </a:prstGeom>
        </p:spPr>
      </p:pic>
      <p:sp>
        <p:nvSpPr>
          <p:cNvPr id="15" name="Title 1">
            <a:extLst>
              <a:ext uri="{FF2B5EF4-FFF2-40B4-BE49-F238E27FC236}">
                <a16:creationId xmlns:a16="http://schemas.microsoft.com/office/drawing/2014/main" id="{1AA34ED2-E57E-A07A-0E76-741278DEE435}"/>
              </a:ext>
            </a:extLst>
          </p:cNvPr>
          <p:cNvSpPr>
            <a:spLocks noGrp="1"/>
          </p:cNvSpPr>
          <p:nvPr>
            <p:ph type="title"/>
          </p:nvPr>
        </p:nvSpPr>
        <p:spPr>
          <a:xfrm>
            <a:off x="504000" y="415508"/>
            <a:ext cx="10298679" cy="1318155"/>
          </a:xfrm>
        </p:spPr>
        <p:txBody>
          <a:bodyPr/>
          <a:lstStyle/>
          <a:p>
            <a:r>
              <a:rPr lang="en-US" b="1" dirty="0"/>
              <a:t>Atchison Investment Suite</a:t>
            </a:r>
            <a:endParaRPr lang="en-AU" b="1" dirty="0"/>
          </a:p>
        </p:txBody>
      </p:sp>
    </p:spTree>
    <p:extLst>
      <p:ext uri="{BB962C8B-B14F-4D97-AF65-F5344CB8AC3E}">
        <p14:creationId xmlns:p14="http://schemas.microsoft.com/office/powerpoint/2010/main" val="992406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1E34-FBA9-A059-CD63-E2387C1EB5D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EBA6B5-7034-7925-D4E5-42BCB6261810}"/>
              </a:ext>
            </a:extLst>
          </p:cNvPr>
          <p:cNvSpPr>
            <a:spLocks noGrp="1"/>
          </p:cNvSpPr>
          <p:nvPr>
            <p:ph type="sldNum" sz="quarter" idx="11"/>
          </p:nvPr>
        </p:nvSpPr>
        <p:spPr/>
        <p:txBody>
          <a:bodyPr/>
          <a:lstStyle/>
          <a:p>
            <a:fld id="{C88128C6-A6A3-394B-86F9-39BAF5F56AAC}" type="slidenum">
              <a:rPr lang="en-US" smtClean="0"/>
              <a:pPr/>
              <a:t>20</a:t>
            </a:fld>
            <a:endParaRPr lang="en-US"/>
          </a:p>
        </p:txBody>
      </p:sp>
      <p:pic>
        <p:nvPicPr>
          <p:cNvPr id="17" name="Picture 16" descr="A chart of different types of stocks&#10;&#10;AI-generated content may be incorrect.">
            <a:extLst>
              <a:ext uri="{FF2B5EF4-FFF2-40B4-BE49-F238E27FC236}">
                <a16:creationId xmlns:a16="http://schemas.microsoft.com/office/drawing/2014/main" id="{6D65B2F4-7292-9ECD-57C6-C33345B7C8EC}"/>
              </a:ext>
            </a:extLst>
          </p:cNvPr>
          <p:cNvPicPr>
            <a:picLocks noChangeAspect="1"/>
          </p:cNvPicPr>
          <p:nvPr/>
        </p:nvPicPr>
        <p:blipFill>
          <a:blip r:embed="rId2"/>
          <a:srcRect t="13312" r="50280"/>
          <a:stretch>
            <a:fillRect/>
          </a:stretch>
        </p:blipFill>
        <p:spPr>
          <a:xfrm>
            <a:off x="5380800" y="269847"/>
            <a:ext cx="5274500" cy="6499253"/>
          </a:xfrm>
          <a:prstGeom prst="rect">
            <a:avLst/>
          </a:prstGeom>
        </p:spPr>
      </p:pic>
      <p:sp>
        <p:nvSpPr>
          <p:cNvPr id="18" name="Title 1">
            <a:extLst>
              <a:ext uri="{FF2B5EF4-FFF2-40B4-BE49-F238E27FC236}">
                <a16:creationId xmlns:a16="http://schemas.microsoft.com/office/drawing/2014/main" id="{B7F83EC6-E71C-7C39-97B0-119348D45654}"/>
              </a:ext>
            </a:extLst>
          </p:cNvPr>
          <p:cNvSpPr>
            <a:spLocks noGrp="1"/>
          </p:cNvSpPr>
          <p:nvPr>
            <p:ph type="title"/>
          </p:nvPr>
        </p:nvSpPr>
        <p:spPr>
          <a:xfrm>
            <a:off x="504001" y="504000"/>
            <a:ext cx="4982400" cy="1318155"/>
          </a:xfrm>
        </p:spPr>
        <p:txBody>
          <a:bodyPr/>
          <a:lstStyle/>
          <a:p>
            <a:r>
              <a:rPr lang="en-US" b="1"/>
              <a:t>Active &amp; Dynamic </a:t>
            </a:r>
            <a:br>
              <a:rPr lang="en-US" b="1"/>
            </a:br>
            <a:r>
              <a:rPr lang="en-US" b="1"/>
              <a:t>ETF SMAs</a:t>
            </a:r>
            <a:endParaRPr lang="en-AU" b="1"/>
          </a:p>
        </p:txBody>
      </p:sp>
    </p:spTree>
    <p:extLst>
      <p:ext uri="{BB962C8B-B14F-4D97-AF65-F5344CB8AC3E}">
        <p14:creationId xmlns:p14="http://schemas.microsoft.com/office/powerpoint/2010/main" val="620832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C59D-1544-1223-1147-4057F9EE6C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130FF9-6BC1-BFCF-62EC-36AA6C7FBE44}"/>
              </a:ext>
            </a:extLst>
          </p:cNvPr>
          <p:cNvSpPr>
            <a:spLocks noGrp="1"/>
          </p:cNvSpPr>
          <p:nvPr>
            <p:ph type="sldNum" sz="quarter" idx="11"/>
          </p:nvPr>
        </p:nvSpPr>
        <p:spPr/>
        <p:txBody>
          <a:bodyPr/>
          <a:lstStyle/>
          <a:p>
            <a:fld id="{C88128C6-A6A3-394B-86F9-39BAF5F56AAC}" type="slidenum">
              <a:rPr lang="en-US" smtClean="0"/>
              <a:pPr/>
              <a:t>21</a:t>
            </a:fld>
            <a:endParaRPr lang="en-US"/>
          </a:p>
        </p:txBody>
      </p:sp>
      <p:sp>
        <p:nvSpPr>
          <p:cNvPr id="18" name="Title 1">
            <a:extLst>
              <a:ext uri="{FF2B5EF4-FFF2-40B4-BE49-F238E27FC236}">
                <a16:creationId xmlns:a16="http://schemas.microsoft.com/office/drawing/2014/main" id="{6A239CD8-7E57-BA3A-27FB-4EFBBFBB1765}"/>
              </a:ext>
            </a:extLst>
          </p:cNvPr>
          <p:cNvSpPr>
            <a:spLocks noGrp="1"/>
          </p:cNvSpPr>
          <p:nvPr>
            <p:ph type="title"/>
          </p:nvPr>
        </p:nvSpPr>
        <p:spPr>
          <a:xfrm>
            <a:off x="504001" y="504000"/>
            <a:ext cx="4982400" cy="1318155"/>
          </a:xfrm>
        </p:spPr>
        <p:txBody>
          <a:bodyPr/>
          <a:lstStyle/>
          <a:p>
            <a:r>
              <a:rPr lang="en-US" b="1" dirty="0"/>
              <a:t>Individual Asset Class Sleeves</a:t>
            </a:r>
            <a:endParaRPr lang="en-AU" b="1" dirty="0"/>
          </a:p>
        </p:txBody>
      </p:sp>
      <p:pic>
        <p:nvPicPr>
          <p:cNvPr id="3" name="Picture 2" descr="A chart of different types of stocks&#10;&#10;AI-generated content may be incorrect.">
            <a:extLst>
              <a:ext uri="{FF2B5EF4-FFF2-40B4-BE49-F238E27FC236}">
                <a16:creationId xmlns:a16="http://schemas.microsoft.com/office/drawing/2014/main" id="{A9B9215E-51D5-B156-6EDF-A8E4C5A50B30}"/>
              </a:ext>
            </a:extLst>
          </p:cNvPr>
          <p:cNvPicPr>
            <a:picLocks noChangeAspect="1"/>
          </p:cNvPicPr>
          <p:nvPr/>
        </p:nvPicPr>
        <p:blipFill>
          <a:blip r:embed="rId2"/>
          <a:srcRect l="50280" t="13312"/>
          <a:stretch>
            <a:fillRect/>
          </a:stretch>
        </p:blipFill>
        <p:spPr>
          <a:xfrm>
            <a:off x="5191274" y="358747"/>
            <a:ext cx="5274501" cy="6499253"/>
          </a:xfrm>
          <a:prstGeom prst="rect">
            <a:avLst/>
          </a:prstGeom>
        </p:spPr>
      </p:pic>
    </p:spTree>
    <p:extLst>
      <p:ext uri="{BB962C8B-B14F-4D97-AF65-F5344CB8AC3E}">
        <p14:creationId xmlns:p14="http://schemas.microsoft.com/office/powerpoint/2010/main" val="2738748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CFC93-D1BA-5577-44F7-E3F6103AF1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21CEED-4CBD-1398-10CE-F8A22A177CDC}"/>
              </a:ext>
            </a:extLst>
          </p:cNvPr>
          <p:cNvSpPr>
            <a:spLocks noGrp="1"/>
          </p:cNvSpPr>
          <p:nvPr>
            <p:ph type="sldNum" sz="quarter" idx="11"/>
          </p:nvPr>
        </p:nvSpPr>
        <p:spPr/>
        <p:txBody>
          <a:bodyPr/>
          <a:lstStyle/>
          <a:p>
            <a:fld id="{C88128C6-A6A3-394B-86F9-39BAF5F56AAC}" type="slidenum">
              <a:rPr lang="en-US" smtClean="0"/>
              <a:pPr/>
              <a:t>22</a:t>
            </a:fld>
            <a:endParaRPr lang="en-US"/>
          </a:p>
        </p:txBody>
      </p:sp>
      <p:sp>
        <p:nvSpPr>
          <p:cNvPr id="18" name="Title 1">
            <a:extLst>
              <a:ext uri="{FF2B5EF4-FFF2-40B4-BE49-F238E27FC236}">
                <a16:creationId xmlns:a16="http://schemas.microsoft.com/office/drawing/2014/main" id="{5111E210-B739-1F24-2EFF-C9FFAA7C4CE3}"/>
              </a:ext>
            </a:extLst>
          </p:cNvPr>
          <p:cNvSpPr>
            <a:spLocks noGrp="1"/>
          </p:cNvSpPr>
          <p:nvPr>
            <p:ph type="title"/>
          </p:nvPr>
        </p:nvSpPr>
        <p:spPr>
          <a:xfrm>
            <a:off x="504000" y="504000"/>
            <a:ext cx="5365857" cy="1318155"/>
          </a:xfrm>
        </p:spPr>
        <p:txBody>
          <a:bodyPr/>
          <a:lstStyle/>
          <a:p>
            <a:r>
              <a:rPr lang="en-US" b="1" dirty="0"/>
              <a:t>Atchison Alternatives</a:t>
            </a:r>
            <a:endParaRPr lang="en-AU" b="1" dirty="0"/>
          </a:p>
        </p:txBody>
      </p:sp>
      <p:pic>
        <p:nvPicPr>
          <p:cNvPr id="5" name="Picture 4">
            <a:extLst>
              <a:ext uri="{FF2B5EF4-FFF2-40B4-BE49-F238E27FC236}">
                <a16:creationId xmlns:a16="http://schemas.microsoft.com/office/drawing/2014/main" id="{5C0F3CDA-7EE3-4458-DCC1-F544F47813ED}"/>
              </a:ext>
            </a:extLst>
          </p:cNvPr>
          <p:cNvPicPr>
            <a:picLocks noChangeAspect="1"/>
          </p:cNvPicPr>
          <p:nvPr/>
        </p:nvPicPr>
        <p:blipFill>
          <a:blip r:embed="rId2"/>
          <a:stretch>
            <a:fillRect/>
          </a:stretch>
        </p:blipFill>
        <p:spPr>
          <a:xfrm>
            <a:off x="137651" y="2053601"/>
            <a:ext cx="4030725" cy="3936987"/>
          </a:xfrm>
          <a:prstGeom prst="rect">
            <a:avLst/>
          </a:prstGeom>
        </p:spPr>
      </p:pic>
      <p:pic>
        <p:nvPicPr>
          <p:cNvPr id="7" name="Picture 6">
            <a:extLst>
              <a:ext uri="{FF2B5EF4-FFF2-40B4-BE49-F238E27FC236}">
                <a16:creationId xmlns:a16="http://schemas.microsoft.com/office/drawing/2014/main" id="{841A604C-E570-D6D3-BB22-04969D6E3CC7}"/>
              </a:ext>
            </a:extLst>
          </p:cNvPr>
          <p:cNvPicPr>
            <a:picLocks noChangeAspect="1"/>
          </p:cNvPicPr>
          <p:nvPr/>
        </p:nvPicPr>
        <p:blipFill>
          <a:blip r:embed="rId3"/>
          <a:stretch>
            <a:fillRect/>
          </a:stretch>
        </p:blipFill>
        <p:spPr>
          <a:xfrm>
            <a:off x="4451395" y="1969641"/>
            <a:ext cx="7602954" cy="4104908"/>
          </a:xfrm>
          <a:prstGeom prst="rect">
            <a:avLst/>
          </a:prstGeom>
        </p:spPr>
      </p:pic>
      <p:sp>
        <p:nvSpPr>
          <p:cNvPr id="8" name="TextBox 7">
            <a:extLst>
              <a:ext uri="{FF2B5EF4-FFF2-40B4-BE49-F238E27FC236}">
                <a16:creationId xmlns:a16="http://schemas.microsoft.com/office/drawing/2014/main" id="{1175BA89-E20B-25CA-F7FC-C27B08DA142B}"/>
              </a:ext>
            </a:extLst>
          </p:cNvPr>
          <p:cNvSpPr txBox="1"/>
          <p:nvPr/>
        </p:nvSpPr>
        <p:spPr>
          <a:xfrm>
            <a:off x="694913" y="1526566"/>
            <a:ext cx="3438525" cy="369332"/>
          </a:xfrm>
          <a:prstGeom prst="rect">
            <a:avLst/>
          </a:prstGeom>
          <a:noFill/>
        </p:spPr>
        <p:txBody>
          <a:bodyPr wrap="square">
            <a:spAutoFit/>
          </a:bodyPr>
          <a:lstStyle/>
          <a:p>
            <a:r>
              <a:rPr lang="en-US" dirty="0"/>
              <a:t>Atchison Liquid Alternatives</a:t>
            </a:r>
            <a:endParaRPr lang="en-AU" dirty="0"/>
          </a:p>
        </p:txBody>
      </p:sp>
      <p:sp>
        <p:nvSpPr>
          <p:cNvPr id="9" name="TextBox 8">
            <a:extLst>
              <a:ext uri="{FF2B5EF4-FFF2-40B4-BE49-F238E27FC236}">
                <a16:creationId xmlns:a16="http://schemas.microsoft.com/office/drawing/2014/main" id="{AEDBBA18-AEBF-4EE4-05C4-0A84FB4126F4}"/>
              </a:ext>
            </a:extLst>
          </p:cNvPr>
          <p:cNvSpPr txBox="1"/>
          <p:nvPr/>
        </p:nvSpPr>
        <p:spPr>
          <a:xfrm>
            <a:off x="6579519" y="1526566"/>
            <a:ext cx="3783680" cy="369332"/>
          </a:xfrm>
          <a:prstGeom prst="rect">
            <a:avLst/>
          </a:prstGeom>
          <a:noFill/>
        </p:spPr>
        <p:txBody>
          <a:bodyPr wrap="square">
            <a:spAutoFit/>
          </a:bodyPr>
          <a:lstStyle/>
          <a:p>
            <a:r>
              <a:rPr lang="en-US" dirty="0"/>
              <a:t>Atchison Semi-Liquid Alternatives</a:t>
            </a:r>
            <a:endParaRPr lang="en-AU" dirty="0"/>
          </a:p>
        </p:txBody>
      </p:sp>
    </p:spTree>
    <p:extLst>
      <p:ext uri="{BB962C8B-B14F-4D97-AF65-F5344CB8AC3E}">
        <p14:creationId xmlns:p14="http://schemas.microsoft.com/office/powerpoint/2010/main" val="1199190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B681A-71C2-4C09-670D-07D634385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32FFB-CA30-BA77-02C1-106CB44BDB4C}"/>
              </a:ext>
            </a:extLst>
          </p:cNvPr>
          <p:cNvSpPr>
            <a:spLocks noGrp="1"/>
          </p:cNvSpPr>
          <p:nvPr>
            <p:ph type="title"/>
          </p:nvPr>
        </p:nvSpPr>
        <p:spPr>
          <a:xfrm>
            <a:off x="504000" y="317187"/>
            <a:ext cx="10515934" cy="721485"/>
          </a:xfrm>
        </p:spPr>
        <p:txBody>
          <a:bodyPr/>
          <a:lstStyle/>
          <a:p>
            <a:r>
              <a:rPr lang="en-AU" b="1" dirty="0"/>
              <a:t>Additional Services</a:t>
            </a:r>
            <a:endParaRPr lang="en-US" b="1" dirty="0"/>
          </a:p>
        </p:txBody>
      </p:sp>
      <p:sp>
        <p:nvSpPr>
          <p:cNvPr id="4" name="Slide Number Placeholder 3">
            <a:extLst>
              <a:ext uri="{FF2B5EF4-FFF2-40B4-BE49-F238E27FC236}">
                <a16:creationId xmlns:a16="http://schemas.microsoft.com/office/drawing/2014/main" id="{87BB1D10-1B65-7A7D-86CB-0D442772F40D}"/>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23</a:t>
            </a:fld>
            <a:endParaRPr lang="en-US"/>
          </a:p>
        </p:txBody>
      </p:sp>
      <p:sp>
        <p:nvSpPr>
          <p:cNvPr id="7" name="Content Placeholder 4">
            <a:extLst>
              <a:ext uri="{FF2B5EF4-FFF2-40B4-BE49-F238E27FC236}">
                <a16:creationId xmlns:a16="http://schemas.microsoft.com/office/drawing/2014/main" id="{189D82B7-9FE4-B4F3-2DCD-019096040D76}"/>
              </a:ext>
            </a:extLst>
          </p:cNvPr>
          <p:cNvSpPr txBox="1">
            <a:spLocks/>
          </p:cNvSpPr>
          <p:nvPr/>
        </p:nvSpPr>
        <p:spPr>
          <a:xfrm>
            <a:off x="504000" y="1116460"/>
            <a:ext cx="11029240" cy="3942904"/>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400" b="1" dirty="0"/>
              <a:t>Atchison Approved Product List updates</a:t>
            </a:r>
            <a:br>
              <a:rPr lang="en-US" sz="2400" dirty="0"/>
            </a:br>
            <a:r>
              <a:rPr lang="en-US" sz="2400" dirty="0"/>
              <a:t>Review, maintain, update APL quarterly with any additions/removals  </a:t>
            </a:r>
          </a:p>
          <a:p>
            <a:pPr>
              <a:buFont typeface="Wingdings" panose="05000000000000000000" pitchFamily="2" charset="2"/>
              <a:buChar char="§"/>
            </a:pPr>
            <a:r>
              <a:rPr lang="en-US" sz="2400" b="1" dirty="0"/>
              <a:t>Portfolio reviews for HNW/UNHN clients </a:t>
            </a:r>
            <a:br>
              <a:rPr lang="en-US" sz="2400" b="1" dirty="0"/>
            </a:br>
            <a:r>
              <a:rPr lang="en-US" sz="2400" dirty="0"/>
              <a:t>Ad-hoc work to assist the transition of existing or new clients in the SMAs  </a:t>
            </a:r>
            <a:endParaRPr lang="en-US" sz="2400" b="1" dirty="0"/>
          </a:p>
          <a:p>
            <a:pPr>
              <a:buFont typeface="Wingdings" panose="05000000000000000000" pitchFamily="2" charset="2"/>
              <a:buChar char="§"/>
            </a:pPr>
            <a:r>
              <a:rPr lang="en-US" sz="2400" b="1" dirty="0"/>
              <a:t>Semi-liquid Alternative paper portfolio</a:t>
            </a:r>
            <a:br>
              <a:rPr lang="en-US" sz="2400" b="1" dirty="0"/>
            </a:br>
            <a:r>
              <a:rPr lang="en-US" sz="2400" dirty="0"/>
              <a:t>List of preferred semi-liquid alternative managers that have been approved / removed – eligible for use by EMFS. </a:t>
            </a:r>
          </a:p>
          <a:p>
            <a:pPr>
              <a:buFont typeface="Wingdings" panose="05000000000000000000" pitchFamily="2" charset="2"/>
              <a:buChar char="§"/>
            </a:pPr>
            <a:r>
              <a:rPr lang="en-US" sz="2400" b="1" dirty="0"/>
              <a:t>Access to Inside Networks Global Study Tours</a:t>
            </a:r>
            <a:br>
              <a:rPr lang="en-US" sz="2400" b="1" dirty="0"/>
            </a:br>
            <a:r>
              <a:rPr lang="en-US" sz="2400" b="1" dirty="0"/>
              <a:t>2025: </a:t>
            </a:r>
            <a:r>
              <a:rPr lang="en-US" sz="2400" dirty="0"/>
              <a:t>USA Study Tour (Bostan, NY, LA), New Zealand Leaders Forum, Singapore INAsia Leaders, Brilliant Investment Committee Quarterly </a:t>
            </a:r>
            <a:br>
              <a:rPr lang="en-US" sz="2400" dirty="0"/>
            </a:br>
            <a:r>
              <a:rPr lang="en-US" sz="2400" b="1" dirty="0"/>
              <a:t>2026: </a:t>
            </a:r>
            <a:r>
              <a:rPr lang="en-US" sz="2400" dirty="0"/>
              <a:t>Alternatives, Equities and Growth, Income and Defensive, Tasmania ESG, New Zealand Leaders, USA or Europe Study Tour</a:t>
            </a:r>
            <a:br>
              <a:rPr lang="en-US" sz="2400" dirty="0"/>
            </a:br>
            <a:r>
              <a:rPr lang="en-US" sz="1200" i="1" dirty="0"/>
              <a:t>* flights and accommodation not included </a:t>
            </a:r>
            <a:endParaRPr lang="en-US" sz="1200" b="1" i="1" dirty="0"/>
          </a:p>
        </p:txBody>
      </p:sp>
    </p:spTree>
    <p:extLst>
      <p:ext uri="{BB962C8B-B14F-4D97-AF65-F5344CB8AC3E}">
        <p14:creationId xmlns:p14="http://schemas.microsoft.com/office/powerpoint/2010/main" val="2646833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3FC8-29EE-EF41-B446-498B07FF6E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9D55A0-15B4-F663-13D7-189C8CD25D89}"/>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5. Commercial Terms</a:t>
            </a:r>
            <a:endParaRPr lang="en-AU" sz="4000" b="1" dirty="0"/>
          </a:p>
        </p:txBody>
      </p:sp>
    </p:spTree>
    <p:extLst>
      <p:ext uri="{BB962C8B-B14F-4D97-AF65-F5344CB8AC3E}">
        <p14:creationId xmlns:p14="http://schemas.microsoft.com/office/powerpoint/2010/main" val="1772087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C4354-3192-0085-E91C-65B7BC6BA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4E319-E6DA-1F29-F239-7079AD732F96}"/>
              </a:ext>
            </a:extLst>
          </p:cNvPr>
          <p:cNvSpPr>
            <a:spLocks noGrp="1"/>
          </p:cNvSpPr>
          <p:nvPr>
            <p:ph type="title"/>
          </p:nvPr>
        </p:nvSpPr>
        <p:spPr>
          <a:xfrm>
            <a:off x="504000" y="317187"/>
            <a:ext cx="10515934" cy="721485"/>
          </a:xfrm>
        </p:spPr>
        <p:txBody>
          <a:bodyPr/>
          <a:lstStyle/>
          <a:p>
            <a:r>
              <a:rPr lang="en-AU" b="1" dirty="0"/>
              <a:t>Fee Structure</a:t>
            </a:r>
            <a:endParaRPr lang="en-US" b="1" dirty="0"/>
          </a:p>
        </p:txBody>
      </p:sp>
      <p:sp>
        <p:nvSpPr>
          <p:cNvPr id="4" name="Slide Number Placeholder 3">
            <a:extLst>
              <a:ext uri="{FF2B5EF4-FFF2-40B4-BE49-F238E27FC236}">
                <a16:creationId xmlns:a16="http://schemas.microsoft.com/office/drawing/2014/main" id="{9F180BC7-3F59-6920-F65C-FCBEFC7234FA}"/>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25</a:t>
            </a:fld>
            <a:endParaRPr lang="en-US"/>
          </a:p>
        </p:txBody>
      </p:sp>
      <p:sp>
        <p:nvSpPr>
          <p:cNvPr id="7" name="Content Placeholder 4">
            <a:extLst>
              <a:ext uri="{FF2B5EF4-FFF2-40B4-BE49-F238E27FC236}">
                <a16:creationId xmlns:a16="http://schemas.microsoft.com/office/drawing/2014/main" id="{83308F47-96DA-622C-A268-48BC6C9DE0F2}"/>
              </a:ext>
            </a:extLst>
          </p:cNvPr>
          <p:cNvSpPr txBox="1">
            <a:spLocks/>
          </p:cNvSpPr>
          <p:nvPr/>
        </p:nvSpPr>
        <p:spPr>
          <a:xfrm>
            <a:off x="504000" y="1106934"/>
            <a:ext cx="11029240" cy="5347871"/>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AU" sz="2000" dirty="0"/>
              <a:t>&lt;$1B: 16bps </a:t>
            </a:r>
            <a:br>
              <a:rPr lang="en-AU" sz="2000" dirty="0"/>
            </a:br>
            <a:r>
              <a:rPr lang="en-AU" sz="2000" dirty="0"/>
              <a:t>&gt;$1B: 15bps </a:t>
            </a:r>
            <a:br>
              <a:rPr lang="en-AU" sz="2000" dirty="0"/>
            </a:br>
            <a:r>
              <a:rPr lang="en-AU" sz="2000" dirty="0"/>
              <a:t>&gt;$2B: 14bps</a:t>
            </a:r>
            <a:br>
              <a:rPr lang="en-AU" sz="2000" dirty="0"/>
            </a:br>
            <a:r>
              <a:rPr lang="en-AU" sz="2000" dirty="0"/>
              <a:t>&gt;$3B: 13bps</a:t>
            </a:r>
            <a:br>
              <a:rPr lang="en-AU" sz="2000" dirty="0"/>
            </a:br>
            <a:r>
              <a:rPr lang="en-AU" sz="2000" dirty="0"/>
              <a:t>&gt;$4B: 12bps</a:t>
            </a:r>
            <a:br>
              <a:rPr lang="en-AU" sz="2000" dirty="0"/>
            </a:br>
            <a:r>
              <a:rPr lang="en-AU" sz="2000" dirty="0"/>
              <a:t>&gt;$5B: 11bps</a:t>
            </a:r>
          </a:p>
          <a:p>
            <a:pPr>
              <a:buFont typeface="Wingdings" panose="05000000000000000000" pitchFamily="2" charset="2"/>
              <a:buChar char="§"/>
            </a:pPr>
            <a:r>
              <a:rPr lang="en-AU" sz="2000" dirty="0"/>
              <a:t>$50,000 minimum fee per annum takes effect if the total FUM invested is less than $33,333,333 at the end of 12 months across all invested products. </a:t>
            </a:r>
          </a:p>
          <a:p>
            <a:pPr>
              <a:buFont typeface="Wingdings" panose="05000000000000000000" pitchFamily="2" charset="2"/>
              <a:buChar char="§"/>
            </a:pPr>
            <a:r>
              <a:rPr lang="en-AU" sz="2000" dirty="0"/>
              <a:t>Fees above do not include expenses and fees charged by Platforms. Specifically, any shelf-space fees charged by Platforms for SMAs created outside the existing Atchison Investment Suite will be chargeable. </a:t>
            </a:r>
          </a:p>
          <a:p>
            <a:pPr>
              <a:buFont typeface="Wingdings" panose="05000000000000000000" pitchFamily="2" charset="2"/>
              <a:buChar char="§"/>
            </a:pPr>
            <a:r>
              <a:rPr lang="en-AU" sz="2000" dirty="0"/>
              <a:t>Utilising the proposed solution will result in no implementation charge. </a:t>
            </a:r>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3586117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0B634-32E2-ADEE-A261-509975A22C5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5B780B-BA03-B52E-97B4-0F60B8498D27}"/>
              </a:ext>
            </a:extLst>
          </p:cNvPr>
          <p:cNvSpPr txBox="1"/>
          <p:nvPr/>
        </p:nvSpPr>
        <p:spPr>
          <a:xfrm>
            <a:off x="372433" y="575545"/>
            <a:ext cx="8580584" cy="707886"/>
          </a:xfrm>
          <a:prstGeom prst="rect">
            <a:avLst/>
          </a:prstGeom>
          <a:noFill/>
        </p:spPr>
        <p:txBody>
          <a:bodyPr wrap="square">
            <a:spAutoFit/>
          </a:bodyPr>
          <a:lstStyle/>
          <a:p>
            <a:r>
              <a:rPr lang="en-AU" sz="4000" b="1" dirty="0">
                <a:solidFill>
                  <a:schemeClr val="bg1"/>
                </a:solidFill>
              </a:rPr>
              <a:t>6. Proposed Solution</a:t>
            </a:r>
            <a:endParaRPr lang="en-AU" sz="4000" b="1" dirty="0"/>
          </a:p>
        </p:txBody>
      </p:sp>
    </p:spTree>
    <p:extLst>
      <p:ext uri="{BB962C8B-B14F-4D97-AF65-F5344CB8AC3E}">
        <p14:creationId xmlns:p14="http://schemas.microsoft.com/office/powerpoint/2010/main" val="3833973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A0C5A-0778-D287-0D38-36E0B710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24705-F278-A4F2-DE04-A4771C9679C6}"/>
              </a:ext>
            </a:extLst>
          </p:cNvPr>
          <p:cNvSpPr>
            <a:spLocks noGrp="1"/>
          </p:cNvSpPr>
          <p:nvPr>
            <p:ph type="title"/>
          </p:nvPr>
        </p:nvSpPr>
        <p:spPr>
          <a:xfrm>
            <a:off x="504000" y="317187"/>
            <a:ext cx="10515934" cy="721485"/>
          </a:xfrm>
        </p:spPr>
        <p:txBody>
          <a:bodyPr/>
          <a:lstStyle/>
          <a:p>
            <a:r>
              <a:rPr lang="en-AU" b="1" dirty="0"/>
              <a:t>Proposed Solution</a:t>
            </a:r>
            <a:endParaRPr lang="en-US" b="1" dirty="0"/>
          </a:p>
        </p:txBody>
      </p:sp>
      <p:sp>
        <p:nvSpPr>
          <p:cNvPr id="4" name="Slide Number Placeholder 3">
            <a:extLst>
              <a:ext uri="{FF2B5EF4-FFF2-40B4-BE49-F238E27FC236}">
                <a16:creationId xmlns:a16="http://schemas.microsoft.com/office/drawing/2014/main" id="{902BCD9A-F4DC-75E1-EE79-E41F5AB8E794}"/>
              </a:ext>
            </a:extLst>
          </p:cNvPr>
          <p:cNvSpPr>
            <a:spLocks noGrp="1"/>
          </p:cNvSpPr>
          <p:nvPr>
            <p:ph type="sldNum" sz="quarter" idx="11"/>
          </p:nvPr>
        </p:nvSpPr>
        <p:spPr>
          <a:xfrm>
            <a:off x="504000" y="6253193"/>
            <a:ext cx="381826" cy="201613"/>
          </a:xfrm>
        </p:spPr>
        <p:txBody>
          <a:bodyPr/>
          <a:lstStyle/>
          <a:p>
            <a:fld id="{C88128C6-A6A3-394B-86F9-39BAF5F56AAC}" type="slidenum">
              <a:rPr lang="en-US" smtClean="0"/>
              <a:pPr/>
              <a:t>27</a:t>
            </a:fld>
            <a:endParaRPr lang="en-US"/>
          </a:p>
        </p:txBody>
      </p:sp>
      <p:sp>
        <p:nvSpPr>
          <p:cNvPr id="7" name="Content Placeholder 4">
            <a:extLst>
              <a:ext uri="{FF2B5EF4-FFF2-40B4-BE49-F238E27FC236}">
                <a16:creationId xmlns:a16="http://schemas.microsoft.com/office/drawing/2014/main" id="{0841CE0F-8E6C-96E7-AC0D-53E77CBA5483}"/>
              </a:ext>
            </a:extLst>
          </p:cNvPr>
          <p:cNvSpPr txBox="1">
            <a:spLocks/>
          </p:cNvSpPr>
          <p:nvPr/>
        </p:nvSpPr>
        <p:spPr>
          <a:xfrm>
            <a:off x="504000" y="1116459"/>
            <a:ext cx="11029240" cy="5539979"/>
          </a:xfrm>
          <a:prstGeom prst="rect">
            <a:avLst/>
          </a:prstGeom>
        </p:spPr>
        <p:txBody>
          <a:bodyPr vert="horz" lIns="0" tIns="0" rIns="0" bIns="0" rtlCol="0" anchor="t">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kern="1200" baseline="0">
                <a:solidFill>
                  <a:srgbClr val="3D555E"/>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baseline="0">
                <a:solidFill>
                  <a:srgbClr val="3D55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Atchison Dynamic Plus Suite</a:t>
            </a:r>
            <a:endParaRPr lang="en-US" sz="2400" dirty="0"/>
          </a:p>
          <a:p>
            <a:pPr>
              <a:buFont typeface="Wingdings" panose="05000000000000000000" pitchFamily="2" charset="2"/>
              <a:buChar char="§"/>
            </a:pPr>
            <a:r>
              <a:rPr lang="en-US" sz="2400" dirty="0"/>
              <a:t>Atchison Dynamic SMA with Australian Direct Equities</a:t>
            </a:r>
          </a:p>
          <a:p>
            <a:pPr>
              <a:buFont typeface="Wingdings" panose="05000000000000000000" pitchFamily="2" charset="2"/>
              <a:buChar char="§"/>
            </a:pPr>
            <a:r>
              <a:rPr lang="en-US" sz="2400" dirty="0"/>
              <a:t>This will cover different risk spectrums, i.e., balanced, growth, aggressive.</a:t>
            </a:r>
          </a:p>
          <a:p>
            <a:pPr>
              <a:buFont typeface="Wingdings" panose="05000000000000000000" pitchFamily="2" charset="2"/>
              <a:buChar char="§"/>
            </a:pPr>
            <a:r>
              <a:rPr lang="en-US" sz="2400" dirty="0"/>
              <a:t>Access to Atchison Individual Asset Class Sleeves </a:t>
            </a:r>
          </a:p>
          <a:p>
            <a:pPr>
              <a:buFont typeface="Wingdings" panose="05000000000000000000" pitchFamily="2" charset="2"/>
              <a:buChar char="§"/>
            </a:pPr>
            <a:r>
              <a:rPr lang="en-US" sz="2400" dirty="0"/>
              <a:t>At a later stage, potential to incorporate Systematic International Equities Portfolio</a:t>
            </a:r>
          </a:p>
          <a:p>
            <a:pPr marL="0" indent="0">
              <a:buNone/>
            </a:pPr>
            <a:r>
              <a:rPr lang="en-US" sz="2400" b="1" dirty="0"/>
              <a:t>Why this solution?</a:t>
            </a:r>
          </a:p>
          <a:p>
            <a:pPr>
              <a:buFont typeface="Wingdings" panose="05000000000000000000" pitchFamily="2" charset="2"/>
              <a:buChar char="§"/>
            </a:pPr>
            <a:r>
              <a:rPr lang="en-US" sz="2400" dirty="0"/>
              <a:t>Aligns with Edwards Marshall existing solutions and philosophy</a:t>
            </a:r>
          </a:p>
          <a:p>
            <a:pPr>
              <a:buFont typeface="Wingdings" panose="05000000000000000000" pitchFamily="2" charset="2"/>
              <a:buChar char="§"/>
            </a:pPr>
            <a:r>
              <a:rPr lang="en-US" sz="2400" dirty="0"/>
              <a:t>Low fees, better performance</a:t>
            </a:r>
          </a:p>
          <a:p>
            <a:pPr>
              <a:buFont typeface="Wingdings" panose="05000000000000000000" pitchFamily="2" charset="2"/>
              <a:buChar char="§"/>
            </a:pPr>
            <a:r>
              <a:rPr lang="en-US" sz="2400" dirty="0"/>
              <a:t>Maintain exposure to Australian direct equities</a:t>
            </a:r>
          </a:p>
          <a:p>
            <a:pPr>
              <a:buFont typeface="Wingdings" panose="05000000000000000000" pitchFamily="2" charset="2"/>
              <a:buChar char="§"/>
            </a:pPr>
            <a:r>
              <a:rPr lang="en-US" sz="2400" dirty="0"/>
              <a:t>Access to Atchison Individual Asset Class Sleeves </a:t>
            </a:r>
          </a:p>
          <a:p>
            <a:pPr marL="0" indent="0">
              <a:buNone/>
            </a:pPr>
            <a:endParaRPr lang="en-US" sz="2400" dirty="0"/>
          </a:p>
        </p:txBody>
      </p:sp>
    </p:spTree>
    <p:extLst>
      <p:ext uri="{BB962C8B-B14F-4D97-AF65-F5344CB8AC3E}">
        <p14:creationId xmlns:p14="http://schemas.microsoft.com/office/powerpoint/2010/main" val="4065958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4AD074-9B01-4C72-8529-352FF44A1641}"/>
              </a:ext>
            </a:extLst>
          </p:cNvPr>
          <p:cNvSpPr txBox="1"/>
          <p:nvPr/>
        </p:nvSpPr>
        <p:spPr>
          <a:xfrm>
            <a:off x="2820797" y="213536"/>
            <a:ext cx="9141903" cy="6430928"/>
          </a:xfrm>
          <a:prstGeom prst="rect">
            <a:avLst/>
          </a:prstGeom>
          <a:noFill/>
        </p:spPr>
        <p:txBody>
          <a:bodyPr wrap="square">
            <a:spAutoFit/>
          </a:bodyPr>
          <a:lstStyle/>
          <a:p>
            <a:pPr>
              <a:lnSpc>
                <a:spcPct val="80000"/>
              </a:lnSpc>
              <a:buFont typeface="Wingdings" panose="05000000000000000000" pitchFamily="2" charset="2"/>
              <a:buNone/>
            </a:pPr>
            <a:endParaRPr lang="en-AU" altLang="en-US" sz="1000" b="1" u="sng" dirty="0">
              <a:solidFill>
                <a:schemeClr val="bg1"/>
              </a:solidFill>
              <a:latin typeface="Arial" panose="020B0604020202020204" pitchFamily="34" charset="0"/>
              <a:cs typeface="Arial" panose="020B0604020202020204" pitchFamily="34" charset="0"/>
            </a:endParaRPr>
          </a:p>
          <a:p>
            <a:pPr>
              <a:lnSpc>
                <a:spcPct val="90000"/>
              </a:lnSpc>
              <a:spcBef>
                <a:spcPts val="0"/>
              </a:spcBef>
              <a:spcAft>
                <a:spcPts val="600"/>
              </a:spcAft>
              <a:buFont typeface="Wingdings" panose="05000000000000000000" pitchFamily="2" charset="2"/>
              <a:buNone/>
            </a:pPr>
            <a:r>
              <a:rPr lang="en-AU" altLang="en-US" sz="1050" b="1" u="sng" dirty="0">
                <a:solidFill>
                  <a:schemeClr val="bg1"/>
                </a:solidFill>
                <a:latin typeface="Arial" panose="020B0604020202020204" pitchFamily="34" charset="0"/>
                <a:cs typeface="Arial" panose="020B0604020202020204" pitchFamily="34" charset="0"/>
              </a:rPr>
              <a:t>STATEMENT OF ANALYST INTEREST AND CERTIFICATION, WARNING AND DISCLOSURE</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Analyst Interest and Certification:</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The Analyst(s) may hold an investment in any products discussed in this presentation. Atchison Consultants does not consider such holdings to be sufficiently material to compromise the information presented. The Analyst(s) certifies that with respect to content covered: (1) all of the views expressed accurately reflect his or her personal views; and (2) no part of his or her compensation was, is, or will be, directly or indirectly, related to the specific recommendations or views expressed by that research analyst in this presentation.</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Warning (General Advice Only): </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This presentation contains recommendations and advice of a general nature and does not have regard to the particular circumstances or needs of any specific person who may read it. Investors should assess either personally or with the assistance of a licensed financial adviser whether the Atchison Consultants recommendation or advice is appropriate to their situation before making an investment decision. The information contained in the report is believed to be reliable, but its completeness and accuracy is not guaranteed. Opinions expressed may change without notice. Atchison Consultants does not accept any liability, whether direct or indirect arising from the use of information contained in this report. No part of this presentation is to be construed as a solicitation to buy or sell any investment. Atchison Consultants does not accept any responsibility to inform you of any matter that subsequently comes to its notice, which may affect any of the information contained in this presentation. The performance of any investment in this presentation is not a representation as to future performance or likely return.</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Disclosure (Commissioned Research):</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Atchison Consultants may or may not have received a fixed fee and/or travel expenses for the presentation and or presentation material. Atchison Consultants has no direct or indirect interest in the success or otherwise of any investments referred to in this presentation.</a:t>
            </a:r>
            <a:endParaRPr lang="en-AU" altLang="en-US" sz="1050" b="1" u="sng"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u="sng" dirty="0">
                <a:solidFill>
                  <a:schemeClr val="bg1"/>
                </a:solidFill>
                <a:latin typeface="Arial" panose="020B0604020202020204" pitchFamily="34" charset="0"/>
                <a:cs typeface="Arial" panose="020B0604020202020204" pitchFamily="34" charset="0"/>
              </a:rPr>
              <a:t>ATCHISON CONSULTANTS</a:t>
            </a: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Atchison Consultants was established in 2001 by Ken Atchison and consists of a team of investment professionals with extensive experience in all aspects of financial markets. The principal focus of the business is the provision of advice and analysis across all components of managing investment portfolios by financial institutions, superannuation and insurance funds and investment managers. Primarily this involves property, or real estate, investments and related mortgage investments. Atchison Consultants’ services and capabilities cover two distinct areas being asset consulting and investment management consulting, with a focus on the property asset class.</a:t>
            </a:r>
          </a:p>
          <a:p>
            <a:pPr algn="just">
              <a:lnSpc>
                <a:spcPct val="90000"/>
              </a:lnSpc>
              <a:spcBef>
                <a:spcPts val="0"/>
              </a:spcBef>
              <a:spcAft>
                <a:spcPts val="600"/>
              </a:spcAft>
              <a:buFont typeface="Wingdings" panose="05000000000000000000" pitchFamily="2" charset="2"/>
              <a:buNone/>
            </a:pPr>
            <a:endParaRPr lang="en-AU" altLang="en-US" sz="1050" b="1"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Licence</a:t>
            </a:r>
            <a:endParaRPr lang="en-AU" altLang="en-US" sz="1050" dirty="0">
              <a:solidFill>
                <a:schemeClr val="bg1"/>
              </a:solidFill>
              <a:latin typeface="Arial" panose="020B0604020202020204" pitchFamily="34" charset="0"/>
              <a:cs typeface="Arial" panose="020B0604020202020204" pitchFamily="34" charset="0"/>
            </a:endParaRPr>
          </a:p>
          <a:p>
            <a:pPr algn="just">
              <a:lnSpc>
                <a:spcPct val="90000"/>
              </a:lnSpc>
              <a:spcBef>
                <a:spcPts val="0"/>
              </a:spcBef>
              <a:spcAft>
                <a:spcPts val="600"/>
              </a:spcAft>
              <a:buFont typeface="Wingdings" panose="05000000000000000000" pitchFamily="2" charset="2"/>
              <a:buNone/>
            </a:pPr>
            <a:r>
              <a:rPr lang="en-AU" altLang="en-US" sz="1050" dirty="0">
                <a:solidFill>
                  <a:schemeClr val="bg1"/>
                </a:solidFill>
                <a:latin typeface="Arial" panose="020B0604020202020204" pitchFamily="34" charset="0"/>
                <a:cs typeface="Arial" panose="020B0604020202020204" pitchFamily="34" charset="0"/>
              </a:rPr>
              <a:t>	TAG Asset Consulting Group Pty Ltd (ABN 58 097 703 047), trading as Atchison Consultants, is the holder of Australian Financial Services Licence Number 230846.</a:t>
            </a:r>
            <a:endParaRPr lang="en-AU" altLang="en-US" sz="1050" b="1" dirty="0">
              <a:solidFill>
                <a:schemeClr val="bg1"/>
              </a:solidFill>
              <a:latin typeface="Arial" panose="020B0604020202020204" pitchFamily="34" charset="0"/>
              <a:cs typeface="Arial" panose="020B0604020202020204" pitchFamily="34" charset="0"/>
            </a:endParaRPr>
          </a:p>
          <a:p>
            <a:pPr algn="r">
              <a:lnSpc>
                <a:spcPct val="80000"/>
              </a:lnSpc>
              <a:buFont typeface="Wingdings" panose="05000000000000000000" pitchFamily="2" charset="2"/>
              <a:buNone/>
            </a:pPr>
            <a:r>
              <a:rPr lang="en-AU" altLang="en-US" sz="1050" b="1" dirty="0">
                <a:solidFill>
                  <a:schemeClr val="bg1"/>
                </a:solidFill>
                <a:latin typeface="Arial" panose="020B0604020202020204" pitchFamily="34" charset="0"/>
                <a:cs typeface="Arial" panose="020B0604020202020204" pitchFamily="34" charset="0"/>
              </a:rPr>
              <a:t>Contact Details</a:t>
            </a:r>
            <a:endParaRPr lang="en-AU" altLang="en-US" sz="1050" dirty="0">
              <a:solidFill>
                <a:schemeClr val="bg1"/>
              </a:solidFill>
              <a:latin typeface="Arial" panose="020B0604020202020204" pitchFamily="34" charset="0"/>
              <a:cs typeface="Arial" panose="020B0604020202020204" pitchFamily="34" charset="0"/>
            </a:endParaRP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Atchison Consultants</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Level 4, 125 Flinders Lane, Melbourne, Victoria 3000</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Phone:	 +61 3 9642 3835</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Fax:  +61 3 9642 8886</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Email:	</a:t>
            </a:r>
            <a:r>
              <a:rPr lang="en-AU" altLang="en-US" sz="1000" u="sng" dirty="0">
                <a:solidFill>
                  <a:schemeClr val="bg1"/>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enquires@atchison.com.au</a:t>
            </a:r>
            <a:r>
              <a:rPr lang="en-AU" altLang="en-US" sz="1000" dirty="0">
                <a:solidFill>
                  <a:schemeClr val="bg1"/>
                </a:solidFill>
                <a:latin typeface="Arial" panose="020B0604020202020204" pitchFamily="34" charset="0"/>
                <a:cs typeface="Arial" panose="020B0604020202020204" pitchFamily="34" charset="0"/>
              </a:rPr>
              <a:t> </a:t>
            </a:r>
          </a:p>
          <a:p>
            <a:pPr algn="r">
              <a:lnSpc>
                <a:spcPct val="120000"/>
              </a:lnSpc>
              <a:spcBef>
                <a:spcPts val="0"/>
              </a:spcBef>
              <a:buFont typeface="Wingdings" panose="05000000000000000000" pitchFamily="2" charset="2"/>
              <a:buNone/>
            </a:pPr>
            <a:r>
              <a:rPr lang="en-AU" altLang="en-US" sz="1000" dirty="0">
                <a:solidFill>
                  <a:schemeClr val="bg1"/>
                </a:solidFill>
                <a:latin typeface="Arial" panose="020B0604020202020204" pitchFamily="34" charset="0"/>
                <a:cs typeface="Arial" panose="020B0604020202020204" pitchFamily="34" charset="0"/>
              </a:rPr>
              <a:t>Website: 	</a:t>
            </a:r>
            <a:r>
              <a:rPr lang="en-AU" altLang="en-US" sz="1000" u="sng" dirty="0">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www.atchison.com.au</a:t>
            </a:r>
            <a:endParaRPr lang="en-AU" sz="105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76212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Office Theme">
  <a:themeElements>
    <a:clrScheme name="Custom 56">
      <a:dk1>
        <a:srgbClr val="3D545E"/>
      </a:dk1>
      <a:lt1>
        <a:srgbClr val="FFFFFF"/>
      </a:lt1>
      <a:dk2>
        <a:srgbClr val="63777E"/>
      </a:dk2>
      <a:lt2>
        <a:srgbClr val="D7DDDE"/>
      </a:lt2>
      <a:accent1>
        <a:srgbClr val="A8F436"/>
      </a:accent1>
      <a:accent2>
        <a:srgbClr val="F17C11"/>
      </a:accent2>
      <a:accent3>
        <a:srgbClr val="8A999D"/>
      </a:accent3>
      <a:accent4>
        <a:srgbClr val="77DEF7"/>
      </a:accent4>
      <a:accent5>
        <a:srgbClr val="1DC8F1"/>
      </a:accent5>
      <a:accent6>
        <a:srgbClr val="75C104"/>
      </a:accent6>
      <a:hlink>
        <a:srgbClr val="75C104"/>
      </a:hlink>
      <a:folHlink>
        <a:srgbClr val="C1630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0789f30-979e-497b-8344-faefb3987540" xsi:nil="true"/>
    <lcf76f155ced4ddcb4097134ff3c332f xmlns="df76e320-99cb-4a11-b59f-8bf32867ab7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C6577D0C3AE724BBB504F46D5A19401" ma:contentTypeVersion="18" ma:contentTypeDescription="Create a new document." ma:contentTypeScope="" ma:versionID="17afb16e0fbe716d3dcf2481b32b5550">
  <xsd:schema xmlns:xsd="http://www.w3.org/2001/XMLSchema" xmlns:xs="http://www.w3.org/2001/XMLSchema" xmlns:p="http://schemas.microsoft.com/office/2006/metadata/properties" xmlns:ns2="df76e320-99cb-4a11-b59f-8bf32867ab70" xmlns:ns3="c0789f30-979e-497b-8344-faefb3987540" targetNamespace="http://schemas.microsoft.com/office/2006/metadata/properties" ma:root="true" ma:fieldsID="f6d0bb8d4e6a5d6b988ea2ed2503dbb5" ns2:_="" ns3:_="">
    <xsd:import namespace="df76e320-99cb-4a11-b59f-8bf32867ab70"/>
    <xsd:import namespace="c0789f30-979e-497b-8344-faefb398754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76e320-99cb-4a11-b59f-8bf32867ab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ea5f6a7-5373-4784-9cd5-4ca8be386d98"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789f30-979e-497b-8344-faefb398754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1100522-260f-4f17-9a31-47a12622b1e0}" ma:internalName="TaxCatchAll" ma:showField="CatchAllData" ma:web="c0789f30-979e-497b-8344-faefb39875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8CE86D-0326-42B9-8174-542E4344D1C0}">
  <ds:schemaRefs>
    <ds:schemaRef ds:uri="7be5c8de-27e5-4a53-9210-c636e1ab15e0"/>
    <ds:schemaRef ds:uri="b7ee071c-2402-4c83-9d71-fbc907334932"/>
    <ds:schemaRef ds:uri="c0789f30-979e-497b-8344-faefb3987540"/>
    <ds:schemaRef ds:uri="df76e320-99cb-4a11-b59f-8bf32867ab7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E1396F9-6F99-4A89-BC43-48935BB13BC2}">
  <ds:schemaRefs>
    <ds:schemaRef ds:uri="http://schemas.microsoft.com/sharepoint/v3/contenttype/forms"/>
  </ds:schemaRefs>
</ds:datastoreItem>
</file>

<file path=customXml/itemProps3.xml><?xml version="1.0" encoding="utf-8"?>
<ds:datastoreItem xmlns:ds="http://schemas.openxmlformats.org/officeDocument/2006/customXml" ds:itemID="{14026468-0DB9-4085-9D0C-F371E8E140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76e320-99cb-4a11-b59f-8bf32867ab70"/>
    <ds:schemaRef ds:uri="c0789f30-979e-497b-8344-faefb39875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AtchisonTheme</Template>
  <TotalTime>2305</TotalTime>
  <Words>2002</Words>
  <Application>Microsoft Office PowerPoint</Application>
  <PresentationFormat>Widescreen</PresentationFormat>
  <Paragraphs>221</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Arial</vt:lpstr>
      <vt:lpstr>Calibri</vt:lpstr>
      <vt:lpstr>Wingdings</vt:lpstr>
      <vt:lpstr>Office Theme</vt:lpstr>
      <vt:lpstr>Atchison &amp; Edwards Marshall Financial Solutions</vt:lpstr>
      <vt:lpstr>PowerPoint Presentation</vt:lpstr>
      <vt:lpstr>PowerPoint Presentation</vt:lpstr>
      <vt:lpstr>Key Personnel</vt:lpstr>
      <vt:lpstr>Key Differentiation</vt:lpstr>
      <vt:lpstr>PowerPoint Presentation</vt:lpstr>
      <vt:lpstr>Structural Concerns – Total Portfolio</vt:lpstr>
      <vt:lpstr>Structural Concerns</vt:lpstr>
      <vt:lpstr>Structural Concerns – Australian Equities</vt:lpstr>
      <vt:lpstr>Structural Concerns – Australian Equities</vt:lpstr>
      <vt:lpstr>Atchison Direct Australian Equities</vt:lpstr>
      <vt:lpstr>Additional Questions</vt:lpstr>
      <vt:lpstr>Additional Questions</vt:lpstr>
      <vt:lpstr>PowerPoint Presentation</vt:lpstr>
      <vt:lpstr>Ongoing Communication with clients</vt:lpstr>
      <vt:lpstr>Investment Philosophy</vt:lpstr>
      <vt:lpstr>Portfolio changes / adoption</vt:lpstr>
      <vt:lpstr>PowerPoint Presentation</vt:lpstr>
      <vt:lpstr>Atchison Investment Suite</vt:lpstr>
      <vt:lpstr>Active &amp; Dynamic  ETF SMAs</vt:lpstr>
      <vt:lpstr>Individual Asset Class Sleeves</vt:lpstr>
      <vt:lpstr>Atchison Alternatives</vt:lpstr>
      <vt:lpstr>Additional Services</vt:lpstr>
      <vt:lpstr>PowerPoint Presentation</vt:lpstr>
      <vt:lpstr>Fee Structure</vt:lpstr>
      <vt:lpstr>PowerPoint Presentation</vt:lpstr>
      <vt:lpstr>Proposed Solution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Tucker</dc:creator>
  <cp:lastModifiedBy>Mishan Dahia</cp:lastModifiedBy>
  <cp:revision>2</cp:revision>
  <cp:lastPrinted>2025-06-24T00:54:36Z</cp:lastPrinted>
  <dcterms:created xsi:type="dcterms:W3CDTF">2022-03-27T23:04:02Z</dcterms:created>
  <dcterms:modified xsi:type="dcterms:W3CDTF">2025-10-02T03:58:13Z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0x0101005C6577D0C3AE724BBB504F46D5A19401</vt:lpwstr>
  </property>
  <property fmtid="{D5CDD505-2E9C-101B-9397-08002B2CF9AE}" pid="3" name="MediaServiceImageTags">
    <vt:lpwstr/>
  </property>
  <property fmtid="{D5CDD505-2E9C-101B-9397-08002B2CF9AE}" pid="4" name="_dlc_DocIdItemGuid">
    <vt:lpwstr>0653f337-cf42-433c-b027-c7e1fed1f07f</vt:lpwstr>
  </property>
</Properties>
</file>